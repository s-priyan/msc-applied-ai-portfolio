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User Experience Assessment of Vacuum Cleaning Robot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study using Likert Scale and Rating Scale questionnaires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study evaluates users' experience with a vacuum cleaning robot using two questionnaire types:</a:t>
            </a:r>
          </a:p>
          <a:p>
            <a:r>
              <a:t>- Likert Scale: Agreement-based responses</a:t>
            </a:r>
          </a:p>
          <a:p>
            <a:r>
              <a:t>- Rating Scale: Numerical ratings</a:t>
            </a:r>
          </a:p>
          <a:p/>
          <a:p>
            <a:r>
              <a:t>Data was collected from five participants.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Likert Scale Questionnaire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The vacuum robot is easy to use.</a:t>
            </a:r>
          </a:p>
          <a:p>
            <a:r>
              <a:t>2. The cleaning performance meets my expectations.</a:t>
            </a:r>
          </a:p>
          <a:p>
            <a:r>
              <a:t>3. The robot effectively navigates obstacles.</a:t>
            </a:r>
          </a:p>
          <a:p>
            <a:r>
              <a:t>4. The battery life is sufficient for my needs.</a:t>
            </a:r>
          </a:p>
          <a:p>
            <a:r>
              <a:t>5. The robot is quiet during operation.</a:t>
            </a:r>
          </a:p>
          <a:p/>
          <a:p>
            <a:r>
              <a:t>(Scale: Strongly Disagree - Disagree - Neutral - Agree - Strongly Agree)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Rating Scale Questionnaire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How easy is the vacuum robot to use? (1-5)</a:t>
            </a:r>
          </a:p>
          <a:p>
            <a:r>
              <a:t>2. How satisfied are you with the cleaning performance? (1-5)</a:t>
            </a:r>
          </a:p>
          <a:p>
            <a:r>
              <a:t>3. How well does the robot navigate obstacles? (1-5)</a:t>
            </a:r>
          </a:p>
          <a:p>
            <a:r>
              <a:t>4. How would you rate the battery life? (1-5)</a:t>
            </a:r>
          </a:p>
          <a:p>
            <a:r>
              <a:t>5. How would you rate the noise level? (1-5)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Likert Scale Responses</a:t>
            </a:r>
          </a:p>
        </p:txBody>
      </p:sp>
      <p:pic>
        <p:nvPicPr>
          <p:cNvPr id="3" name="Picture 2" descr="likert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18464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Rating Scale Responses</a:t>
            </a:r>
          </a:p>
        </p:txBody>
      </p:sp>
      <p:pic>
        <p:nvPicPr>
          <p:cNvPr id="3" name="Picture 2" descr="rating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17727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Findings from the collected data:</a:t>
            </a:r>
          </a:p>
          <a:p>
            <a:r>
              <a:t>- Users generally found the robot easy to use.</a:t>
            </a:r>
          </a:p>
          <a:p>
            <a:r>
              <a:t>- Cleaning performance and battery life received mixed feedback.</a:t>
            </a:r>
          </a:p>
          <a:p>
            <a:r>
              <a:t>- Navigation and noise levels had varied opinions.</a:t>
            </a:r>
          </a:p>
          <a:p/>
          <a:p>
            <a:r>
              <a:t>Comparing Likert and Rating Scale:</a:t>
            </a:r>
          </a:p>
          <a:p>
            <a:r>
              <a:t>- The Likert scale allowed more nuanced opinions.</a:t>
            </a:r>
          </a:p>
          <a:p>
            <a:r>
              <a:t>- The rating scale provided clearer numerical insights.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Overall, users had a positive experience with the vacuum robot, but certain areas like navigation and battery life could be improved.</a:t>
            </a:r>
          </a:p>
          <a:p/>
          <a:p>
            <a:r>
              <a:t>Both Likert and rating scales provided valuable insights:</a:t>
            </a:r>
          </a:p>
          <a:p>
            <a:r>
              <a:t>- Likert scale captured detailed user sentiment.</a:t>
            </a:r>
          </a:p>
          <a:p>
            <a:r>
              <a:t>- Rating scale allowed quick quantification of responses.</a:t>
            </a:r>
          </a:p>
          <a:p/>
          <a:p>
            <a:r>
              <a:t>Future research could involve a larger sample size for more comprehensive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