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9" r:id="rId4"/>
  </p:sldMasterIdLst>
  <p:notesMasterIdLst>
    <p:notesMasterId r:id="rId9"/>
  </p:notesMasterIdLst>
  <p:handoutMasterIdLst>
    <p:handoutMasterId r:id="rId10"/>
  </p:handoutMasterIdLst>
  <p:sldIdLst>
    <p:sldId id="258" r:id="rId5"/>
    <p:sldId id="2076138772" r:id="rId6"/>
    <p:sldId id="267" r:id="rId7"/>
    <p:sldId id="2076138771" r:id="rId8"/>
  </p:sldIdLst>
  <p:sldSz cx="24382413" cy="13716000"/>
  <p:notesSz cx="6858000" cy="9144000"/>
  <p:embeddedFontLst>
    <p:embeddedFont>
      <p:font typeface="FranklinGothicURWBoo" panose="00000500000000000000" charset="0"/>
      <p:regular r:id="rId11"/>
      <p:italic r:id="rId12"/>
    </p:embeddedFont>
    <p:embeddedFont>
      <p:font typeface="League Spartan Light INOD" panose="020B0604020202020204" charset="0"/>
      <p:regular r:id="rId13"/>
    </p:embeddedFont>
    <p:embeddedFont>
      <p:font typeface="League Spartan Regular INO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50" userDrawn="1">
          <p15:clr>
            <a:srgbClr val="A4A3A4"/>
          </p15:clr>
        </p15:guide>
        <p15:guide id="2" pos="14709" userDrawn="1">
          <p15:clr>
            <a:srgbClr val="A4A3A4"/>
          </p15:clr>
        </p15:guide>
        <p15:guide id="3" pos="650" userDrawn="1">
          <p15:clr>
            <a:srgbClr val="A4A3A4"/>
          </p15:clr>
        </p15:guide>
        <p15:guide id="4" orient="horz" pos="6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361A04-59BD-653D-F338-6E46E9E2BE1E}" name="Richards, Grant" initials="GR" userId="S::grichards@INNODATA.COM::9af67f28-c165-4b5d-905e-c733f65efb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AAE8"/>
    <a:srgbClr val="E5A46A"/>
    <a:srgbClr val="DC8335"/>
    <a:srgbClr val="E19653"/>
    <a:srgbClr val="0070C0"/>
    <a:srgbClr val="0C0C0C"/>
    <a:srgbClr val="000000"/>
    <a:srgbClr val="111111"/>
    <a:srgbClr val="000474"/>
    <a:srgbClr val="83C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B05CF-6D9A-CE17-0C47-BA7164865DE6}" v="350" dt="2025-01-25T17:55:41.547"/>
    <p1510:client id="{7B280F12-33F8-65D2-066F-86515BBA24D9}" v="306" dt="2025-01-25T18:25:00.8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5"/>
  </p:normalViewPr>
  <p:slideViewPr>
    <p:cSldViewPr snapToGrid="0">
      <p:cViewPr varScale="1">
        <p:scale>
          <a:sx n="39" d="100"/>
          <a:sy n="39" d="100"/>
        </p:scale>
        <p:origin x="883" y="139"/>
      </p:cViewPr>
      <p:guideLst>
        <p:guide orient="horz" pos="7950"/>
        <p:guide pos="14709"/>
        <p:guide pos="650"/>
        <p:guide orient="horz" pos="6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5AEF8B-688E-77B2-80BD-042885EB4C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>
              <a:latin typeface="League Spartan Regular INOD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C6967-87DB-4CF4-BA80-5D0DAE54E9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469ED-EEBC-4D60-BA32-743F41922377}" type="datetimeFigureOut">
              <a:rPr lang="id-ID" smtClean="0">
                <a:latin typeface="League Spartan Regular INOD" pitchFamily="50" charset="0"/>
              </a:rPr>
              <a:t>29/01/2025</a:t>
            </a:fld>
            <a:endParaRPr lang="id-ID">
              <a:latin typeface="League Spartan Regular INOD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54224-784F-9FC6-CDA3-FC85BA3A2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>
              <a:latin typeface="League Spartan Regular INOD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ACAC9-C5FE-E1CF-E88D-0FDD89561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FAC06-9002-490F-9330-06802D423289}" type="slidenum">
              <a:rPr lang="id-ID" smtClean="0">
                <a:latin typeface="League Spartan Regular INOD" pitchFamily="50" charset="0"/>
              </a:rPr>
              <a:t>‹#›</a:t>
            </a:fld>
            <a:endParaRPr lang="id-ID">
              <a:latin typeface="League Spartan Regular INO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73787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C02B2-EA8A-4066-9302-6B416E7477D2}" type="datetimeFigureOut"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A77CB-F864-4D02-B4AB-A733B55A23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4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77CB-F864-4D02-B4AB-A733B55A23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69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77CB-F864-4D02-B4AB-A733B55A23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19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77CB-F864-4D02-B4AB-A733B55A23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77CB-F864-4D02-B4AB-A733B55A23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9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33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96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592" y="3419477"/>
            <a:ext cx="21029831" cy="5705474"/>
          </a:xfrm>
        </p:spPr>
        <p:txBody>
          <a:bodyPr anchor="b"/>
          <a:lstStyle>
            <a:lvl1pPr>
              <a:defRPr sz="1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592" y="9178927"/>
            <a:ext cx="21029831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21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50"/>
            <a:ext cx="10362526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11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7" y="730251"/>
            <a:ext cx="21029831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467" y="3362326"/>
            <a:ext cx="1031490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467" y="5010150"/>
            <a:ext cx="10314903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3597" y="3362326"/>
            <a:ext cx="1036570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3597" y="5010150"/>
            <a:ext cx="1036570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7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9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7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5701" y="1974851"/>
            <a:ext cx="1234359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1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68" y="914400"/>
            <a:ext cx="7863962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5701" y="1974851"/>
            <a:ext cx="12343597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468" y="4114800"/>
            <a:ext cx="7863962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01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54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8664" y="730250"/>
            <a:ext cx="5257458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291" y="730250"/>
            <a:ext cx="15467593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141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5212C17A-E52F-EB29-97DD-8C9C584170CC}"/>
              </a:ext>
            </a:extLst>
          </p:cNvPr>
          <p:cNvSpPr/>
          <p:nvPr userDrawn="1"/>
        </p:nvSpPr>
        <p:spPr>
          <a:xfrm rot="16200000">
            <a:off x="9249478" y="-1433518"/>
            <a:ext cx="12080762" cy="16566456"/>
          </a:xfrm>
          <a:prstGeom prst="round2SameRect">
            <a:avLst>
              <a:gd name="adj1" fmla="val 6269"/>
              <a:gd name="adj2" fmla="val 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48336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2C112B-85E6-311F-E485-D9E019AFC7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27383" y="4601776"/>
            <a:ext cx="6404183" cy="6404184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7202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83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C37681-94C8-326C-94A3-6197FB2E2D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5" y="0"/>
            <a:ext cx="12191998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373BA-F95C-B766-9C1E-A4D9629050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1934" y="1817440"/>
            <a:ext cx="10801200" cy="108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7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BBD3E5-89D3-9BEF-32B2-C89352AACE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2413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069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39CF98A-4D60-B12D-D1D7-388C483566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5287" y="-2719063"/>
            <a:ext cx="8514518" cy="8514518"/>
          </a:xfrm>
          <a:custGeom>
            <a:avLst/>
            <a:gdLst>
              <a:gd name="connsiteX0" fmla="*/ 817511 w 7740733"/>
              <a:gd name="connsiteY0" fmla="*/ 0 h 7740734"/>
              <a:gd name="connsiteX1" fmla="*/ 3096820 w 7740733"/>
              <a:gd name="connsiteY1" fmla="*/ 0 h 7740734"/>
              <a:gd name="connsiteX2" fmla="*/ 3869050 w 7740733"/>
              <a:gd name="connsiteY2" fmla="*/ 772230 h 7740734"/>
              <a:gd name="connsiteX3" fmla="*/ 3869050 w 7740733"/>
              <a:gd name="connsiteY3" fmla="*/ 773108 h 7740734"/>
              <a:gd name="connsiteX4" fmla="*/ 3869050 w 7740733"/>
              <a:gd name="connsiteY4" fmla="*/ 2802144 h 7740734"/>
              <a:gd name="connsiteX5" fmla="*/ 4640404 w 7740733"/>
              <a:gd name="connsiteY5" fmla="*/ 3575252 h 7740734"/>
              <a:gd name="connsiteX6" fmla="*/ 4642160 w 7740733"/>
              <a:gd name="connsiteY6" fmla="*/ 3575252 h 7740734"/>
              <a:gd name="connsiteX7" fmla="*/ 6967627 w 7740733"/>
              <a:gd name="connsiteY7" fmla="*/ 3575252 h 7740734"/>
              <a:gd name="connsiteX8" fmla="*/ 7740733 w 7740733"/>
              <a:gd name="connsiteY8" fmla="*/ 4346605 h 7740734"/>
              <a:gd name="connsiteX9" fmla="*/ 7740733 w 7740733"/>
              <a:gd name="connsiteY9" fmla="*/ 4348360 h 7740734"/>
              <a:gd name="connsiteX10" fmla="*/ 7740733 w 7740733"/>
              <a:gd name="connsiteY10" fmla="*/ 6923223 h 7740734"/>
              <a:gd name="connsiteX11" fmla="*/ 6923223 w 7740733"/>
              <a:gd name="connsiteY11" fmla="*/ 7740734 h 7740734"/>
              <a:gd name="connsiteX12" fmla="*/ 4643037 w 7740733"/>
              <a:gd name="connsiteY12" fmla="*/ 7740734 h 7740734"/>
              <a:gd name="connsiteX13" fmla="*/ 3869929 w 7740733"/>
              <a:gd name="connsiteY13" fmla="*/ 6969381 h 7740734"/>
              <a:gd name="connsiteX14" fmla="*/ 3869929 w 7740733"/>
              <a:gd name="connsiteY14" fmla="*/ 6967626 h 7740734"/>
              <a:gd name="connsiteX15" fmla="*/ 3869929 w 7740733"/>
              <a:gd name="connsiteY15" fmla="*/ 4838375 h 7740734"/>
              <a:gd name="connsiteX16" fmla="*/ 3097697 w 7740733"/>
              <a:gd name="connsiteY16" fmla="*/ 4066145 h 7740734"/>
              <a:gd name="connsiteX17" fmla="*/ 772230 w 7740733"/>
              <a:gd name="connsiteY17" fmla="*/ 4066145 h 7740734"/>
              <a:gd name="connsiteX18" fmla="*/ 0 w 7740733"/>
              <a:gd name="connsiteY18" fmla="*/ 3293914 h 7740734"/>
              <a:gd name="connsiteX19" fmla="*/ 0 w 7740733"/>
              <a:gd name="connsiteY19" fmla="*/ 3293037 h 7740734"/>
              <a:gd name="connsiteX20" fmla="*/ 0 w 7740733"/>
              <a:gd name="connsiteY20" fmla="*/ 817511 h 7740734"/>
              <a:gd name="connsiteX21" fmla="*/ 817511 w 7740733"/>
              <a:gd name="connsiteY21" fmla="*/ 0 h 774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0733" h="7740734">
                <a:moveTo>
                  <a:pt x="817511" y="0"/>
                </a:moveTo>
                <a:lnTo>
                  <a:pt x="3096820" y="0"/>
                </a:lnTo>
                <a:cubicBezTo>
                  <a:pt x="3523320" y="0"/>
                  <a:pt x="3869050" y="345738"/>
                  <a:pt x="3869050" y="772230"/>
                </a:cubicBezTo>
                <a:cubicBezTo>
                  <a:pt x="3869050" y="772522"/>
                  <a:pt x="3869050" y="772815"/>
                  <a:pt x="3869050" y="773108"/>
                </a:cubicBezTo>
                <a:lnTo>
                  <a:pt x="3869050" y="2802144"/>
                </a:lnTo>
                <a:cubicBezTo>
                  <a:pt x="3868560" y="3228643"/>
                  <a:pt x="4213904" y="3574760"/>
                  <a:pt x="4640404" y="3575252"/>
                </a:cubicBezTo>
                <a:cubicBezTo>
                  <a:pt x="4640983" y="3575252"/>
                  <a:pt x="4641579" y="3575252"/>
                  <a:pt x="4642160" y="3575252"/>
                </a:cubicBezTo>
                <a:lnTo>
                  <a:pt x="6967627" y="3575252"/>
                </a:lnTo>
                <a:cubicBezTo>
                  <a:pt x="7394125" y="3574760"/>
                  <a:pt x="7740243" y="3920105"/>
                  <a:pt x="7740733" y="4346605"/>
                </a:cubicBezTo>
                <a:cubicBezTo>
                  <a:pt x="7740733" y="4347184"/>
                  <a:pt x="7740733" y="4347781"/>
                  <a:pt x="7740733" y="4348360"/>
                </a:cubicBezTo>
                <a:lnTo>
                  <a:pt x="7740733" y="6923223"/>
                </a:lnTo>
                <a:cubicBezTo>
                  <a:pt x="7739383" y="7374170"/>
                  <a:pt x="7374170" y="7739383"/>
                  <a:pt x="6923223" y="7740734"/>
                </a:cubicBezTo>
                <a:lnTo>
                  <a:pt x="4643037" y="7740734"/>
                </a:lnTo>
                <a:cubicBezTo>
                  <a:pt x="4216538" y="7741226"/>
                  <a:pt x="3870419" y="7395881"/>
                  <a:pt x="3869929" y="6969381"/>
                </a:cubicBezTo>
                <a:cubicBezTo>
                  <a:pt x="3869929" y="6968801"/>
                  <a:pt x="3869929" y="6968206"/>
                  <a:pt x="3869929" y="6967626"/>
                </a:cubicBezTo>
                <a:lnTo>
                  <a:pt x="3869929" y="4838375"/>
                </a:lnTo>
                <a:cubicBezTo>
                  <a:pt x="3869929" y="4411876"/>
                  <a:pt x="3524198" y="4066145"/>
                  <a:pt x="3097697" y="4066145"/>
                </a:cubicBezTo>
                <a:lnTo>
                  <a:pt x="772230" y="4066145"/>
                </a:lnTo>
                <a:cubicBezTo>
                  <a:pt x="345740" y="4066145"/>
                  <a:pt x="0" y="3720413"/>
                  <a:pt x="0" y="3293914"/>
                </a:cubicBezTo>
                <a:cubicBezTo>
                  <a:pt x="0" y="3293616"/>
                  <a:pt x="0" y="3293335"/>
                  <a:pt x="0" y="3293037"/>
                </a:cubicBezTo>
                <a:lnTo>
                  <a:pt x="0" y="817511"/>
                </a:lnTo>
                <a:cubicBezTo>
                  <a:pt x="1349" y="366572"/>
                  <a:pt x="366572" y="1349"/>
                  <a:pt x="817511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9DD52407-CB1A-D305-DFD8-4450BD25C62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6" y="6236746"/>
            <a:ext cx="8515484" cy="8515484"/>
          </a:xfrm>
          <a:custGeom>
            <a:avLst/>
            <a:gdLst>
              <a:gd name="connsiteX0" fmla="*/ 4641283 w 7741612"/>
              <a:gd name="connsiteY0" fmla="*/ 0 h 7741612"/>
              <a:gd name="connsiteX1" fmla="*/ 4643039 w 7741612"/>
              <a:gd name="connsiteY1" fmla="*/ 0 h 7741612"/>
              <a:gd name="connsiteX2" fmla="*/ 6924102 w 7741612"/>
              <a:gd name="connsiteY2" fmla="*/ 0 h 7741612"/>
              <a:gd name="connsiteX3" fmla="*/ 7741612 w 7741612"/>
              <a:gd name="connsiteY3" fmla="*/ 817511 h 7741612"/>
              <a:gd name="connsiteX4" fmla="*/ 7741612 w 7741612"/>
              <a:gd name="connsiteY4" fmla="*/ 3296196 h 7741612"/>
              <a:gd name="connsiteX5" fmla="*/ 6970261 w 7741612"/>
              <a:gd name="connsiteY5" fmla="*/ 4069303 h 7741612"/>
              <a:gd name="connsiteX6" fmla="*/ 6968506 w 7741612"/>
              <a:gd name="connsiteY6" fmla="*/ 4069303 h 7741612"/>
              <a:gd name="connsiteX7" fmla="*/ 4643916 w 7741612"/>
              <a:gd name="connsiteY7" fmla="*/ 4069303 h 7741612"/>
              <a:gd name="connsiteX8" fmla="*/ 3870808 w 7741612"/>
              <a:gd name="connsiteY8" fmla="*/ 4840657 h 7741612"/>
              <a:gd name="connsiteX9" fmla="*/ 3870808 w 7741612"/>
              <a:gd name="connsiteY9" fmla="*/ 4841534 h 7741612"/>
              <a:gd name="connsiteX10" fmla="*/ 3870808 w 7741612"/>
              <a:gd name="connsiteY10" fmla="*/ 6968503 h 7741612"/>
              <a:gd name="connsiteX11" fmla="*/ 3099455 w 7741612"/>
              <a:gd name="connsiteY11" fmla="*/ 7741612 h 7741612"/>
              <a:gd name="connsiteX12" fmla="*/ 3098576 w 7741612"/>
              <a:gd name="connsiteY12" fmla="*/ 7741612 h 7741612"/>
              <a:gd name="connsiteX13" fmla="*/ 817513 w 7741612"/>
              <a:gd name="connsiteY13" fmla="*/ 7741612 h 7741612"/>
              <a:gd name="connsiteX14" fmla="*/ 1 w 7741612"/>
              <a:gd name="connsiteY14" fmla="*/ 6923924 h 7741612"/>
              <a:gd name="connsiteX15" fmla="*/ 1 w 7741612"/>
              <a:gd name="connsiteY15" fmla="*/ 4449276 h 7741612"/>
              <a:gd name="connsiteX16" fmla="*/ 771355 w 7741612"/>
              <a:gd name="connsiteY16" fmla="*/ 3676168 h 7741612"/>
              <a:gd name="connsiteX17" fmla="*/ 772232 w 7741612"/>
              <a:gd name="connsiteY17" fmla="*/ 3676168 h 7741612"/>
              <a:gd name="connsiteX18" fmla="*/ 3097699 w 7741612"/>
              <a:gd name="connsiteY18" fmla="*/ 3676168 h 7741612"/>
              <a:gd name="connsiteX19" fmla="*/ 3869929 w 7741612"/>
              <a:gd name="connsiteY19" fmla="*/ 2903938 h 7741612"/>
              <a:gd name="connsiteX20" fmla="*/ 3869929 w 7741612"/>
              <a:gd name="connsiteY20" fmla="*/ 773108 h 7741612"/>
              <a:gd name="connsiteX21" fmla="*/ 4641283 w 7741612"/>
              <a:gd name="connsiteY21" fmla="*/ 0 h 7741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1612" h="7741612">
                <a:moveTo>
                  <a:pt x="4641283" y="0"/>
                </a:moveTo>
                <a:cubicBezTo>
                  <a:pt x="4641862" y="0"/>
                  <a:pt x="4642458" y="0"/>
                  <a:pt x="4643039" y="0"/>
                </a:cubicBezTo>
                <a:lnTo>
                  <a:pt x="6924102" y="0"/>
                </a:lnTo>
                <a:cubicBezTo>
                  <a:pt x="7375049" y="1351"/>
                  <a:pt x="7740262" y="366564"/>
                  <a:pt x="7741612" y="817511"/>
                </a:cubicBezTo>
                <a:lnTo>
                  <a:pt x="7741612" y="3296196"/>
                </a:lnTo>
                <a:cubicBezTo>
                  <a:pt x="7742104" y="3722695"/>
                  <a:pt x="7396759" y="4068813"/>
                  <a:pt x="6970261" y="4069303"/>
                </a:cubicBezTo>
                <a:cubicBezTo>
                  <a:pt x="6969681" y="4069303"/>
                  <a:pt x="6969085" y="4069303"/>
                  <a:pt x="6968506" y="4069303"/>
                </a:cubicBezTo>
                <a:lnTo>
                  <a:pt x="4643916" y="4069303"/>
                </a:lnTo>
                <a:cubicBezTo>
                  <a:pt x="4217417" y="4068813"/>
                  <a:pt x="3871298" y="4414158"/>
                  <a:pt x="3870808" y="4840657"/>
                </a:cubicBezTo>
                <a:cubicBezTo>
                  <a:pt x="3870808" y="4840956"/>
                  <a:pt x="3870808" y="4841236"/>
                  <a:pt x="3870808" y="4841534"/>
                </a:cubicBezTo>
                <a:lnTo>
                  <a:pt x="3870808" y="6968503"/>
                </a:lnTo>
                <a:cubicBezTo>
                  <a:pt x="3871298" y="7395003"/>
                  <a:pt x="3525954" y="7741120"/>
                  <a:pt x="3099455" y="7741612"/>
                </a:cubicBezTo>
                <a:cubicBezTo>
                  <a:pt x="3099156" y="7741612"/>
                  <a:pt x="3098875" y="7741612"/>
                  <a:pt x="3098576" y="7741612"/>
                </a:cubicBezTo>
                <a:lnTo>
                  <a:pt x="817513" y="7741612"/>
                </a:lnTo>
                <a:cubicBezTo>
                  <a:pt x="366506" y="7740260"/>
                  <a:pt x="1254" y="7374925"/>
                  <a:pt x="1" y="6923924"/>
                </a:cubicBezTo>
                <a:lnTo>
                  <a:pt x="1" y="4449276"/>
                </a:lnTo>
                <a:cubicBezTo>
                  <a:pt x="-483" y="4022776"/>
                  <a:pt x="344864" y="3676660"/>
                  <a:pt x="771355" y="3676168"/>
                </a:cubicBezTo>
                <a:cubicBezTo>
                  <a:pt x="771653" y="3676168"/>
                  <a:pt x="771933" y="3676168"/>
                  <a:pt x="772232" y="3676168"/>
                </a:cubicBezTo>
                <a:lnTo>
                  <a:pt x="3097699" y="3676168"/>
                </a:lnTo>
                <a:cubicBezTo>
                  <a:pt x="3524199" y="3676168"/>
                  <a:pt x="3869929" y="3330437"/>
                  <a:pt x="3869929" y="2903938"/>
                </a:cubicBezTo>
                <a:lnTo>
                  <a:pt x="3869929" y="773108"/>
                </a:lnTo>
                <a:cubicBezTo>
                  <a:pt x="3869439" y="346626"/>
                  <a:pt x="4214783" y="491"/>
                  <a:pt x="46412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7097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31233C-C4BF-BEE0-242E-8DC2E61D00E1}"/>
              </a:ext>
            </a:extLst>
          </p:cNvPr>
          <p:cNvSpPr/>
          <p:nvPr userDrawn="1"/>
        </p:nvSpPr>
        <p:spPr>
          <a:xfrm>
            <a:off x="1" y="0"/>
            <a:ext cx="8131710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2E3F2-26EB-EFA5-1549-74624CDBC2F2}"/>
              </a:ext>
            </a:extLst>
          </p:cNvPr>
          <p:cNvSpPr/>
          <p:nvPr userDrawn="1"/>
        </p:nvSpPr>
        <p:spPr>
          <a:xfrm>
            <a:off x="16225285" y="0"/>
            <a:ext cx="8157128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4" name="Picture 3" descr="A blue and black background&#10;&#10;Description automatically generated">
            <a:extLst>
              <a:ext uri="{FF2B5EF4-FFF2-40B4-BE49-F238E27FC236}">
                <a16:creationId xmlns:a16="http://schemas.microsoft.com/office/drawing/2014/main" id="{17ACE12B-79E2-49B1-C83F-5CB63332C6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332911" y="2798203"/>
            <a:ext cx="13715997" cy="8119588"/>
          </a:xfrm>
          <a:prstGeom prst="rect">
            <a:avLst/>
          </a:prstGeom>
          <a:effectLst>
            <a:softEdge rad="0"/>
          </a:effectLst>
        </p:spPr>
      </p:pic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40B9882-152A-405D-1BEF-55884AB95D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7700" y="2719754"/>
            <a:ext cx="5905829" cy="430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70C0"/>
                </a:solidFill>
                <a:latin typeface="League Spartan Regular INOD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021C819-D7A6-5417-0F18-A9D5106D30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7702" y="3563083"/>
            <a:ext cx="5906193" cy="8394456"/>
          </a:xfrm>
          <a:prstGeom prst="rect">
            <a:avLst/>
          </a:prstGeom>
        </p:spPr>
        <p:txBody>
          <a:bodyPr/>
          <a:lstStyle>
            <a:lvl1pPr marL="342900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1pPr>
            <a:lvl2pPr marL="1257254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2pPr>
            <a:lvl3pPr marL="2171609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3pPr>
            <a:lvl4pPr marL="3085963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4pPr>
            <a:lvl5pPr marL="4000317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0E895D-300E-3A15-B196-EF82A9C2AB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15885" y="2719754"/>
            <a:ext cx="5905829" cy="430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70C0"/>
                </a:solidFill>
                <a:latin typeface="League Spartan Regular INOD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0FACF5D-31A4-8FC2-8153-F4C6D05DE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415887" y="3563083"/>
            <a:ext cx="5906193" cy="8394456"/>
          </a:xfrm>
          <a:prstGeom prst="rect">
            <a:avLst/>
          </a:prstGeom>
        </p:spPr>
        <p:txBody>
          <a:bodyPr/>
          <a:lstStyle>
            <a:lvl1pPr marL="342900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1pPr>
            <a:lvl2pPr marL="1257254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2pPr>
            <a:lvl3pPr marL="2171609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3pPr>
            <a:lvl4pPr marL="3085963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4pPr>
            <a:lvl5pPr marL="4000317" indent="-342900">
              <a:buFont typeface="League Spartan Regular INOD" pitchFamily="50" charset="0"/>
              <a:buChar char="•"/>
              <a:defRPr sz="2400">
                <a:solidFill>
                  <a:schemeClr val="bg2"/>
                </a:solidFill>
                <a:latin typeface="League Spartan Light INOD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6010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6837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6294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27564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18C360-6B4D-539B-C58D-59B54E4A94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4382411" cy="9594304"/>
          </a:xfrm>
          <a:custGeom>
            <a:avLst/>
            <a:gdLst>
              <a:gd name="connsiteX0" fmla="*/ 0 w 24382412"/>
              <a:gd name="connsiteY0" fmla="*/ 0 h 9810328"/>
              <a:gd name="connsiteX1" fmla="*/ 24382412 w 24382412"/>
              <a:gd name="connsiteY1" fmla="*/ 0 h 9810328"/>
              <a:gd name="connsiteX2" fmla="*/ 24382412 w 24382412"/>
              <a:gd name="connsiteY2" fmla="*/ 9133267 h 9810328"/>
              <a:gd name="connsiteX3" fmla="*/ 23705352 w 24382412"/>
              <a:gd name="connsiteY3" fmla="*/ 9810328 h 9810328"/>
              <a:gd name="connsiteX4" fmla="*/ 677061 w 24382412"/>
              <a:gd name="connsiteY4" fmla="*/ 9810328 h 9810328"/>
              <a:gd name="connsiteX5" fmla="*/ 0 w 24382412"/>
              <a:gd name="connsiteY5" fmla="*/ 9133267 h 981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82412" h="9810328">
                <a:moveTo>
                  <a:pt x="0" y="0"/>
                </a:moveTo>
                <a:lnTo>
                  <a:pt x="24382412" y="0"/>
                </a:lnTo>
                <a:lnTo>
                  <a:pt x="24382412" y="9133267"/>
                </a:lnTo>
                <a:cubicBezTo>
                  <a:pt x="24382412" y="9507197"/>
                  <a:pt x="24079282" y="9810328"/>
                  <a:pt x="23705352" y="9810328"/>
                </a:cubicBezTo>
                <a:lnTo>
                  <a:pt x="677061" y="9810328"/>
                </a:lnTo>
                <a:cubicBezTo>
                  <a:pt x="303131" y="9810328"/>
                  <a:pt x="0" y="9507197"/>
                  <a:pt x="0" y="9133267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475509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E4023E45-C663-CEC5-F8C4-11C48F4EFC87}"/>
              </a:ext>
            </a:extLst>
          </p:cNvPr>
          <p:cNvSpPr/>
          <p:nvPr userDrawn="1"/>
        </p:nvSpPr>
        <p:spPr>
          <a:xfrm>
            <a:off x="1642196" y="8320337"/>
            <a:ext cx="3978428" cy="4143245"/>
          </a:xfrm>
          <a:prstGeom prst="roundRect">
            <a:avLst/>
          </a:prstGeom>
          <a:solidFill>
            <a:schemeClr val="bg1"/>
          </a:solidFill>
          <a:ln w="88900">
            <a:solidFill>
              <a:srgbClr val="DC83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>
              <a:latin typeface="League Spartan Regular INOD" pitchFamily="50" charset="0"/>
            </a:endParaRPr>
          </a:p>
        </p:txBody>
      </p:sp>
      <p:sp>
        <p:nvSpPr>
          <p:cNvPr id="3" name="Rectangle: Rounded Corners 17">
            <a:extLst>
              <a:ext uri="{FF2B5EF4-FFF2-40B4-BE49-F238E27FC236}">
                <a16:creationId xmlns:a16="http://schemas.microsoft.com/office/drawing/2014/main" id="{1202DFD3-B9A8-E777-464F-5641CE97D8FE}"/>
              </a:ext>
            </a:extLst>
          </p:cNvPr>
          <p:cNvSpPr/>
          <p:nvPr userDrawn="1"/>
        </p:nvSpPr>
        <p:spPr>
          <a:xfrm>
            <a:off x="5833328" y="8320337"/>
            <a:ext cx="3978428" cy="4143245"/>
          </a:xfrm>
          <a:prstGeom prst="roundRect">
            <a:avLst/>
          </a:prstGeom>
          <a:solidFill>
            <a:schemeClr val="bg1"/>
          </a:solidFill>
          <a:ln w="889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>
              <a:latin typeface="League Spartan Regular INOD" pitchFamily="50" charset="0"/>
            </a:endParaRPr>
          </a:p>
        </p:txBody>
      </p:sp>
      <p:sp>
        <p:nvSpPr>
          <p:cNvPr id="4" name="Rectangle: Rounded Corners 18">
            <a:extLst>
              <a:ext uri="{FF2B5EF4-FFF2-40B4-BE49-F238E27FC236}">
                <a16:creationId xmlns:a16="http://schemas.microsoft.com/office/drawing/2014/main" id="{BAEFFCC7-2AAC-E1C8-180C-0C996AAA3C15}"/>
              </a:ext>
            </a:extLst>
          </p:cNvPr>
          <p:cNvSpPr/>
          <p:nvPr userDrawn="1"/>
        </p:nvSpPr>
        <p:spPr>
          <a:xfrm>
            <a:off x="10030357" y="8320337"/>
            <a:ext cx="3978428" cy="4143245"/>
          </a:xfrm>
          <a:prstGeom prst="roundRect">
            <a:avLst/>
          </a:prstGeom>
          <a:solidFill>
            <a:schemeClr val="bg1"/>
          </a:solidFill>
          <a:ln w="88900"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>
              <a:latin typeface="League Spartan Regular INOD" pitchFamily="50" charset="0"/>
            </a:endParaRPr>
          </a:p>
        </p:txBody>
      </p:sp>
      <p:sp>
        <p:nvSpPr>
          <p:cNvPr id="6" name="Rectangle: Rounded Corners 19">
            <a:extLst>
              <a:ext uri="{FF2B5EF4-FFF2-40B4-BE49-F238E27FC236}">
                <a16:creationId xmlns:a16="http://schemas.microsoft.com/office/drawing/2014/main" id="{02147B57-CBBF-5873-2C80-A1402D958703}"/>
              </a:ext>
            </a:extLst>
          </p:cNvPr>
          <p:cNvSpPr/>
          <p:nvPr userDrawn="1"/>
        </p:nvSpPr>
        <p:spPr>
          <a:xfrm>
            <a:off x="14213326" y="8320337"/>
            <a:ext cx="3978428" cy="4143245"/>
          </a:xfrm>
          <a:prstGeom prst="roundRect">
            <a:avLst/>
          </a:prstGeom>
          <a:solidFill>
            <a:schemeClr val="bg1"/>
          </a:solidFill>
          <a:ln w="88900">
            <a:solidFill>
              <a:srgbClr val="E5A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>
              <a:latin typeface="League Spartan Regular INOD" pitchFamily="50" charset="0"/>
            </a:endParaRPr>
          </a:p>
        </p:txBody>
      </p:sp>
      <p:sp>
        <p:nvSpPr>
          <p:cNvPr id="7" name="Rectangle: Rounded Corners 19">
            <a:extLst>
              <a:ext uri="{FF2B5EF4-FFF2-40B4-BE49-F238E27FC236}">
                <a16:creationId xmlns:a16="http://schemas.microsoft.com/office/drawing/2014/main" id="{46434DBD-C3FD-B376-47C5-28CBBEFB0229}"/>
              </a:ext>
            </a:extLst>
          </p:cNvPr>
          <p:cNvSpPr/>
          <p:nvPr userDrawn="1"/>
        </p:nvSpPr>
        <p:spPr>
          <a:xfrm>
            <a:off x="18409380" y="8320337"/>
            <a:ext cx="3978428" cy="4143245"/>
          </a:xfrm>
          <a:prstGeom prst="roundRect">
            <a:avLst/>
          </a:prstGeom>
          <a:solidFill>
            <a:schemeClr val="bg1"/>
          </a:solidFill>
          <a:ln w="88900">
            <a:solidFill>
              <a:srgbClr val="4FA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>
              <a:latin typeface="League Spartan Regular INOD" pitchFamily="50" charset="0"/>
            </a:endParaRP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7278FE08-2368-993B-A6B0-4F49888131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42962" y="8686800"/>
            <a:ext cx="2376896" cy="2376896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97D55FB-69EC-3F10-C6C7-4454597C2E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29952" y="8686800"/>
            <a:ext cx="2376896" cy="2376896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AF2C62E-5AE4-0D86-9FB8-78C42BEFED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865068" y="8686800"/>
            <a:ext cx="2376896" cy="2376896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E5827E9-7E6C-2B35-24E4-64BB9176DA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03931" y="8686800"/>
            <a:ext cx="2376896" cy="2376896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AD2AD93B-73C4-FE73-5324-06436636E7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166857" y="8686800"/>
            <a:ext cx="2376896" cy="2376896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12004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F20594-36CC-AFD0-AC7D-4D77815B04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9" y="1096965"/>
            <a:ext cx="22321835" cy="5545014"/>
          </a:xfrm>
          <a:custGeom>
            <a:avLst/>
            <a:gdLst>
              <a:gd name="connsiteX0" fmla="*/ 924188 w 22321836"/>
              <a:gd name="connsiteY0" fmla="*/ 0 h 5545013"/>
              <a:gd name="connsiteX1" fmla="*/ 21397650 w 22321836"/>
              <a:gd name="connsiteY1" fmla="*/ 0 h 5545013"/>
              <a:gd name="connsiteX2" fmla="*/ 22321836 w 22321836"/>
              <a:gd name="connsiteY2" fmla="*/ 924187 h 5545013"/>
              <a:gd name="connsiteX3" fmla="*/ 22321836 w 22321836"/>
              <a:gd name="connsiteY3" fmla="*/ 4620826 h 5545013"/>
              <a:gd name="connsiteX4" fmla="*/ 21397650 w 22321836"/>
              <a:gd name="connsiteY4" fmla="*/ 5545013 h 5545013"/>
              <a:gd name="connsiteX5" fmla="*/ 924188 w 22321836"/>
              <a:gd name="connsiteY5" fmla="*/ 5545013 h 5545013"/>
              <a:gd name="connsiteX6" fmla="*/ 0 w 22321836"/>
              <a:gd name="connsiteY6" fmla="*/ 4620826 h 5545013"/>
              <a:gd name="connsiteX7" fmla="*/ 0 w 22321836"/>
              <a:gd name="connsiteY7" fmla="*/ 924187 h 5545013"/>
              <a:gd name="connsiteX8" fmla="*/ 924188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924188" y="0"/>
                </a:moveTo>
                <a:lnTo>
                  <a:pt x="21397650" y="0"/>
                </a:lnTo>
                <a:cubicBezTo>
                  <a:pt x="21908064" y="0"/>
                  <a:pt x="22321836" y="413773"/>
                  <a:pt x="22321836" y="924187"/>
                </a:cubicBezTo>
                <a:lnTo>
                  <a:pt x="22321836" y="4620826"/>
                </a:lnTo>
                <a:cubicBezTo>
                  <a:pt x="22321836" y="5131240"/>
                  <a:pt x="21908064" y="5545013"/>
                  <a:pt x="21397650" y="5545013"/>
                </a:cubicBezTo>
                <a:lnTo>
                  <a:pt x="924188" y="5545013"/>
                </a:lnTo>
                <a:cubicBezTo>
                  <a:pt x="413773" y="5545013"/>
                  <a:pt x="0" y="5131240"/>
                  <a:pt x="0" y="4620826"/>
                </a:cubicBezTo>
                <a:lnTo>
                  <a:pt x="0" y="924187"/>
                </a:lnTo>
                <a:cubicBezTo>
                  <a:pt x="0" y="413773"/>
                  <a:pt x="413773" y="0"/>
                  <a:pt x="92418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A4A109-6AC4-E464-82B8-313F9E903E97}"/>
              </a:ext>
            </a:extLst>
          </p:cNvPr>
          <p:cNvSpPr/>
          <p:nvPr/>
        </p:nvSpPr>
        <p:spPr>
          <a:xfrm>
            <a:off x="1030289" y="7074025"/>
            <a:ext cx="10981057" cy="5545014"/>
          </a:xfrm>
          <a:prstGeom prst="roundRect">
            <a:avLst/>
          </a:prstGeom>
          <a:gradFill flip="none" rotWithShape="1"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AC487D-8779-8728-3239-4CEA4ED568B5}"/>
              </a:ext>
            </a:extLst>
          </p:cNvPr>
          <p:cNvGrpSpPr/>
          <p:nvPr userDrawn="1"/>
        </p:nvGrpSpPr>
        <p:grpSpPr>
          <a:xfrm>
            <a:off x="12371067" y="7074025"/>
            <a:ext cx="10981057" cy="5545014"/>
            <a:chOff x="12244650" y="7074024"/>
            <a:chExt cx="11107474" cy="55450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F96C184-2C6C-42A6-6292-8CC052874E63}"/>
                </a:ext>
              </a:extLst>
            </p:cNvPr>
            <p:cNvSpPr/>
            <p:nvPr/>
          </p:nvSpPr>
          <p:spPr>
            <a:xfrm>
              <a:off x="12244650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00" b="0" i="0">
                <a:latin typeface="League Spartan Regular INOD" pitchFamily="50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757C8CD-0681-9672-E0E1-B67BC1F2701D}"/>
                </a:ext>
              </a:extLst>
            </p:cNvPr>
            <p:cNvSpPr/>
            <p:nvPr userDrawn="1"/>
          </p:nvSpPr>
          <p:spPr>
            <a:xfrm>
              <a:off x="17915039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00" b="0" i="0">
                <a:latin typeface="League Spartan Regular INOD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694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B20FB71-A726-BCCB-5C42-7F0876A880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9655" y="1102599"/>
            <a:ext cx="5463744" cy="5690686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7240952-7CD1-42B3-3242-DBD4014C5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69016" y="1102599"/>
            <a:ext cx="5463744" cy="5690686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0E095B-406A-97E0-1DC6-9213FB7F5DFE}"/>
              </a:ext>
            </a:extLst>
          </p:cNvPr>
          <p:cNvSpPr/>
          <p:nvPr userDrawn="1"/>
        </p:nvSpPr>
        <p:spPr>
          <a:xfrm>
            <a:off x="1030289" y="1102597"/>
            <a:ext cx="5463744" cy="5690686"/>
          </a:xfrm>
          <a:prstGeom prst="roundRect">
            <a:avLst/>
          </a:prstGeom>
          <a:gradFill>
            <a:gsLst>
              <a:gs pos="100000">
                <a:srgbClr val="DC8335"/>
              </a:gs>
              <a:gs pos="2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93BBA3E-AA09-F598-F022-3ADFDBE1E2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888380" y="1102599"/>
            <a:ext cx="5463744" cy="5690686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6DC4C3-9BA9-03F0-4FFC-EB1E1D0C75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8" y="6928355"/>
            <a:ext cx="5463746" cy="5690686"/>
          </a:xfrm>
          <a:custGeom>
            <a:avLst/>
            <a:gdLst>
              <a:gd name="connsiteX0" fmla="*/ 910642 w 5463746"/>
              <a:gd name="connsiteY0" fmla="*/ 0 h 5690685"/>
              <a:gd name="connsiteX1" fmla="*/ 4553104 w 5463746"/>
              <a:gd name="connsiteY1" fmla="*/ 0 h 5690685"/>
              <a:gd name="connsiteX2" fmla="*/ 5463746 w 5463746"/>
              <a:gd name="connsiteY2" fmla="*/ 910642 h 5690685"/>
              <a:gd name="connsiteX3" fmla="*/ 5463746 w 5463746"/>
              <a:gd name="connsiteY3" fmla="*/ 4780043 h 5690685"/>
              <a:gd name="connsiteX4" fmla="*/ 4553104 w 5463746"/>
              <a:gd name="connsiteY4" fmla="*/ 5690685 h 5690685"/>
              <a:gd name="connsiteX5" fmla="*/ 910642 w 5463746"/>
              <a:gd name="connsiteY5" fmla="*/ 5690685 h 5690685"/>
              <a:gd name="connsiteX6" fmla="*/ 0 w 5463746"/>
              <a:gd name="connsiteY6" fmla="*/ 4780043 h 5690685"/>
              <a:gd name="connsiteX7" fmla="*/ 0 w 5463746"/>
              <a:gd name="connsiteY7" fmla="*/ 910642 h 5690685"/>
              <a:gd name="connsiteX8" fmla="*/ 910642 w 5463746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6" h="5690685">
                <a:moveTo>
                  <a:pt x="910642" y="0"/>
                </a:moveTo>
                <a:lnTo>
                  <a:pt x="4553104" y="0"/>
                </a:lnTo>
                <a:cubicBezTo>
                  <a:pt x="5056038" y="0"/>
                  <a:pt x="5463746" y="407708"/>
                  <a:pt x="5463746" y="910642"/>
                </a:cubicBezTo>
                <a:lnTo>
                  <a:pt x="5463746" y="4780043"/>
                </a:lnTo>
                <a:cubicBezTo>
                  <a:pt x="5463746" y="5282977"/>
                  <a:pt x="5056038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27161D3-707F-2244-5744-F35F452146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9655" y="6928355"/>
            <a:ext cx="5463744" cy="5690686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F345DB0-0F88-A29A-CB4F-E4A5D2CA79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69016" y="6928355"/>
            <a:ext cx="5463744" cy="5690686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60564F-E43D-1513-CBE3-00B3B7734689}"/>
              </a:ext>
            </a:extLst>
          </p:cNvPr>
          <p:cNvSpPr/>
          <p:nvPr/>
        </p:nvSpPr>
        <p:spPr>
          <a:xfrm>
            <a:off x="17888382" y="6928355"/>
            <a:ext cx="5463744" cy="569068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7118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4C974E3-D4E4-1068-E56E-4990CD8DD1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90" y="4985792"/>
            <a:ext cx="4971298" cy="5775612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FD2A2E-0BB8-DB10-FAE9-BCF28D7E2F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3801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EF5036-01BB-CE40-BF46-1B56E34D95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0824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98757FE-A05D-E4A8-038D-7FAA4F7D7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597312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F5CD0-9F42-BF77-15EA-69BF4208F207}"/>
              </a:ext>
            </a:extLst>
          </p:cNvPr>
          <p:cNvGrpSpPr/>
          <p:nvPr userDrawn="1"/>
        </p:nvGrpSpPr>
        <p:grpSpPr>
          <a:xfrm>
            <a:off x="1030288" y="8658200"/>
            <a:ext cx="22321837" cy="3960838"/>
            <a:chOff x="1030288" y="-1983649"/>
            <a:chExt cx="21984730" cy="12745053"/>
          </a:xfrm>
          <a:solidFill>
            <a:srgbClr val="000000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697D9D-E9D5-1319-BE5A-B1BE8AFB2546}"/>
                </a:ext>
              </a:extLst>
            </p:cNvPr>
            <p:cNvSpPr/>
            <p:nvPr/>
          </p:nvSpPr>
          <p:spPr>
            <a:xfrm>
              <a:off x="1030288" y="-1983649"/>
              <a:ext cx="4896223" cy="12745053"/>
            </a:xfrm>
            <a:prstGeom prst="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00" b="0" i="0">
                <a:latin typeface="League Spartan Regular INOD" pitchFamily="50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DC065E-509E-9A3B-4A96-63D6364E1EEF}"/>
                </a:ext>
              </a:extLst>
            </p:cNvPr>
            <p:cNvSpPr/>
            <p:nvPr/>
          </p:nvSpPr>
          <p:spPr>
            <a:xfrm>
              <a:off x="6726457" y="-1983649"/>
              <a:ext cx="4896223" cy="12745053"/>
            </a:xfrm>
            <a:prstGeom prst="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00" b="0" i="0">
                <a:latin typeface="League Spartan Regular INOD" pitchFamily="50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D29F97-2E7C-CD3B-5A30-C66100B2A4F8}"/>
                </a:ext>
              </a:extLst>
            </p:cNvPr>
            <p:cNvSpPr/>
            <p:nvPr/>
          </p:nvSpPr>
          <p:spPr>
            <a:xfrm>
              <a:off x="12422626" y="-1983649"/>
              <a:ext cx="4896223" cy="12745053"/>
            </a:xfrm>
            <a:prstGeom prst="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00" b="0" i="0">
                <a:latin typeface="League Spartan Regular INOD" pitchFamily="50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55161B-5240-4CEC-D058-5BAA02D2BD18}"/>
                </a:ext>
              </a:extLst>
            </p:cNvPr>
            <p:cNvSpPr/>
            <p:nvPr/>
          </p:nvSpPr>
          <p:spPr>
            <a:xfrm>
              <a:off x="18118795" y="-1983649"/>
              <a:ext cx="4896223" cy="12745053"/>
            </a:xfrm>
            <a:prstGeom prst="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900" b="0" i="0">
                <a:latin typeface="League Spartan Regular INOD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7102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8C32EB7-ADC2-B9EC-1D74-3087D88D6955}"/>
              </a:ext>
            </a:extLst>
          </p:cNvPr>
          <p:cNvSpPr/>
          <p:nvPr/>
        </p:nvSpPr>
        <p:spPr>
          <a:xfrm>
            <a:off x="1030288" y="11066148"/>
            <a:ext cx="4353439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8CE2E1-1C77-825A-3A88-2A5D49406DA3}"/>
              </a:ext>
            </a:extLst>
          </p:cNvPr>
          <p:cNvSpPr/>
          <p:nvPr/>
        </p:nvSpPr>
        <p:spPr>
          <a:xfrm>
            <a:off x="5982199" y="4855946"/>
            <a:ext cx="4353439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4118C8-686E-AFBC-5B1D-478F1E6B132D}"/>
              </a:ext>
            </a:extLst>
          </p:cNvPr>
          <p:cNvSpPr/>
          <p:nvPr/>
        </p:nvSpPr>
        <p:spPr>
          <a:xfrm>
            <a:off x="5982199" y="11066148"/>
            <a:ext cx="4353439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A4DB8B-B843-FD1A-DFFD-0E7BF7A5225C}"/>
              </a:ext>
            </a:extLst>
          </p:cNvPr>
          <p:cNvSpPr/>
          <p:nvPr/>
        </p:nvSpPr>
        <p:spPr>
          <a:xfrm>
            <a:off x="10934113" y="4855946"/>
            <a:ext cx="4353439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07B66-ACBD-332F-E968-9FF5D7E15949}"/>
              </a:ext>
            </a:extLst>
          </p:cNvPr>
          <p:cNvSpPr/>
          <p:nvPr/>
        </p:nvSpPr>
        <p:spPr>
          <a:xfrm>
            <a:off x="10934113" y="11066148"/>
            <a:ext cx="4353439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06EBBDF0-646F-4232-3350-4933E434F2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7" y="1096962"/>
            <a:ext cx="4353437" cy="3758984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7E47C0BF-CA6F-6A08-F933-1CAC5778BA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2200" y="1096962"/>
            <a:ext cx="4353437" cy="3758984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AADCCFE1-4D43-CF90-92B9-7F52B1E53F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21565" y="1096962"/>
            <a:ext cx="4353437" cy="3758984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B3763147-EB2B-4487-A91C-7F7F45AB8F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7" y="7307164"/>
            <a:ext cx="4353437" cy="3758984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E070108-C5D2-22C5-F15B-082FE31715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2200" y="7307164"/>
            <a:ext cx="4353437" cy="3758984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A69932F2-E1C9-8E10-EDE3-C649FEB97A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921565" y="7307164"/>
            <a:ext cx="4353437" cy="3758984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BD444A-65D0-0825-3A4B-7F374E5B3993}"/>
              </a:ext>
            </a:extLst>
          </p:cNvPr>
          <p:cNvSpPr/>
          <p:nvPr userDrawn="1"/>
        </p:nvSpPr>
        <p:spPr>
          <a:xfrm>
            <a:off x="1030287" y="6281937"/>
            <a:ext cx="4353437" cy="126898"/>
          </a:xfrm>
          <a:prstGeom prst="rect">
            <a:avLst/>
          </a:prstGeom>
          <a:gradFill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48653A-40D9-F0A1-4DA4-740D0FC873A8}"/>
              </a:ext>
            </a:extLst>
          </p:cNvPr>
          <p:cNvSpPr/>
          <p:nvPr userDrawn="1"/>
        </p:nvSpPr>
        <p:spPr>
          <a:xfrm>
            <a:off x="5994747" y="6281937"/>
            <a:ext cx="4340891" cy="126898"/>
          </a:xfrm>
          <a:prstGeom prst="rect">
            <a:avLst/>
          </a:prstGeom>
          <a:gradFill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FF8FF6-6B7D-DC84-3FC9-31A1F958F1EC}"/>
              </a:ext>
            </a:extLst>
          </p:cNvPr>
          <p:cNvSpPr/>
          <p:nvPr userDrawn="1"/>
        </p:nvSpPr>
        <p:spPr>
          <a:xfrm>
            <a:off x="10921566" y="6281937"/>
            <a:ext cx="4340891" cy="126898"/>
          </a:xfrm>
          <a:prstGeom prst="rect">
            <a:avLst/>
          </a:prstGeom>
          <a:gradFill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4EF428-F019-9EFD-FF36-EC8891AF38E4}"/>
              </a:ext>
            </a:extLst>
          </p:cNvPr>
          <p:cNvSpPr/>
          <p:nvPr userDrawn="1"/>
        </p:nvSpPr>
        <p:spPr>
          <a:xfrm>
            <a:off x="1030287" y="12492139"/>
            <a:ext cx="4353437" cy="126898"/>
          </a:xfrm>
          <a:prstGeom prst="rect">
            <a:avLst/>
          </a:prstGeom>
          <a:gradFill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E9869B-B344-24EF-979B-53C792802EEA}"/>
              </a:ext>
            </a:extLst>
          </p:cNvPr>
          <p:cNvSpPr/>
          <p:nvPr userDrawn="1"/>
        </p:nvSpPr>
        <p:spPr>
          <a:xfrm>
            <a:off x="5994747" y="12492139"/>
            <a:ext cx="4340891" cy="126898"/>
          </a:xfrm>
          <a:prstGeom prst="rect">
            <a:avLst/>
          </a:prstGeom>
          <a:gradFill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8A65A32-4699-D29A-260C-F8D4D33F3413}"/>
              </a:ext>
            </a:extLst>
          </p:cNvPr>
          <p:cNvSpPr/>
          <p:nvPr userDrawn="1"/>
        </p:nvSpPr>
        <p:spPr>
          <a:xfrm>
            <a:off x="10921566" y="12492139"/>
            <a:ext cx="4340891" cy="126898"/>
          </a:xfrm>
          <a:prstGeom prst="rect">
            <a:avLst/>
          </a:prstGeom>
          <a:gradFill>
            <a:gsLst>
              <a:gs pos="100000">
                <a:srgbClr val="DC8335"/>
              </a:gs>
              <a:gs pos="1000">
                <a:srgbClr val="0070C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392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DEEA4F-F347-D3D4-40DC-2C375988F4BB}"/>
              </a:ext>
            </a:extLst>
          </p:cNvPr>
          <p:cNvSpPr/>
          <p:nvPr userDrawn="1"/>
        </p:nvSpPr>
        <p:spPr>
          <a:xfrm>
            <a:off x="16774782" y="11117334"/>
            <a:ext cx="1980219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DD04E-6C86-6FAC-44E0-364547DEC499}"/>
              </a:ext>
            </a:extLst>
          </p:cNvPr>
          <p:cNvSpPr/>
          <p:nvPr userDrawn="1"/>
        </p:nvSpPr>
        <p:spPr>
          <a:xfrm>
            <a:off x="19079038" y="11117334"/>
            <a:ext cx="1980219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CB26B-29FB-4A5B-226F-FE1678EB7323}"/>
              </a:ext>
            </a:extLst>
          </p:cNvPr>
          <p:cNvSpPr/>
          <p:nvPr userDrawn="1"/>
        </p:nvSpPr>
        <p:spPr>
          <a:xfrm>
            <a:off x="21384412" y="11117334"/>
            <a:ext cx="1980219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D49C7503-CC70-C25A-FF8B-A7E054F974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33905" y="2753545"/>
            <a:ext cx="5915725" cy="836379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34FBC5C-55A3-A2CA-39BE-BCFA6D290A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773666" y="2753545"/>
            <a:ext cx="1980219" cy="836379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B4D55F3-6C16-58C2-17A6-2231317CE2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076804" y="2753545"/>
            <a:ext cx="1980219" cy="836379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052754-94F7-B1DE-E09C-342FB689D8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384412" y="2753545"/>
            <a:ext cx="1980219" cy="836379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57324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B1B5EC0-6E44-3C2B-C4F6-92B73D4D0C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1206" y="1096964"/>
            <a:ext cx="11160918" cy="5616200"/>
          </a:xfrm>
          <a:custGeom>
            <a:avLst/>
            <a:gdLst>
              <a:gd name="connsiteX0" fmla="*/ 601776 w 11160918"/>
              <a:gd name="connsiteY0" fmla="*/ 0 h 5616199"/>
              <a:gd name="connsiteX1" fmla="*/ 10559142 w 11160918"/>
              <a:gd name="connsiteY1" fmla="*/ 0 h 5616199"/>
              <a:gd name="connsiteX2" fmla="*/ 11160918 w 11160918"/>
              <a:gd name="connsiteY2" fmla="*/ 601776 h 5616199"/>
              <a:gd name="connsiteX3" fmla="*/ 11160918 w 11160918"/>
              <a:gd name="connsiteY3" fmla="*/ 5014423 h 5616199"/>
              <a:gd name="connsiteX4" fmla="*/ 10559142 w 11160918"/>
              <a:gd name="connsiteY4" fmla="*/ 5616199 h 5616199"/>
              <a:gd name="connsiteX5" fmla="*/ 601776 w 11160918"/>
              <a:gd name="connsiteY5" fmla="*/ 5616199 h 5616199"/>
              <a:gd name="connsiteX6" fmla="*/ 0 w 11160918"/>
              <a:gd name="connsiteY6" fmla="*/ 5014423 h 5616199"/>
              <a:gd name="connsiteX7" fmla="*/ 0 w 11160918"/>
              <a:gd name="connsiteY7" fmla="*/ 601776 h 5616199"/>
              <a:gd name="connsiteX8" fmla="*/ 601776 w 11160918"/>
              <a:gd name="connsiteY8" fmla="*/ 0 h 5616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0918" h="5616199">
                <a:moveTo>
                  <a:pt x="601776" y="0"/>
                </a:moveTo>
                <a:lnTo>
                  <a:pt x="10559142" y="0"/>
                </a:lnTo>
                <a:cubicBezTo>
                  <a:pt x="10891494" y="0"/>
                  <a:pt x="11160918" y="269424"/>
                  <a:pt x="11160918" y="601776"/>
                </a:cubicBezTo>
                <a:lnTo>
                  <a:pt x="11160918" y="5014423"/>
                </a:lnTo>
                <a:cubicBezTo>
                  <a:pt x="11160918" y="5346775"/>
                  <a:pt x="10891494" y="5616199"/>
                  <a:pt x="10559142" y="5616199"/>
                </a:cubicBezTo>
                <a:lnTo>
                  <a:pt x="601776" y="5616199"/>
                </a:lnTo>
                <a:cubicBezTo>
                  <a:pt x="269424" y="5616199"/>
                  <a:pt x="0" y="5346775"/>
                  <a:pt x="0" y="5014423"/>
                </a:cubicBezTo>
                <a:lnTo>
                  <a:pt x="0" y="601776"/>
                </a:lnTo>
                <a:cubicBezTo>
                  <a:pt x="0" y="269424"/>
                  <a:pt x="269424" y="0"/>
                  <a:pt x="60177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56092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2F6AA9-D08F-B388-9C1A-0FDA19DAC8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1096965"/>
            <a:ext cx="11161712" cy="11522074"/>
          </a:xfrm>
          <a:custGeom>
            <a:avLst/>
            <a:gdLst>
              <a:gd name="connsiteX0" fmla="*/ 844384 w 11161711"/>
              <a:gd name="connsiteY0" fmla="*/ 0 h 11522074"/>
              <a:gd name="connsiteX1" fmla="*/ 10317327 w 11161711"/>
              <a:gd name="connsiteY1" fmla="*/ 0 h 11522074"/>
              <a:gd name="connsiteX2" fmla="*/ 11161711 w 11161711"/>
              <a:gd name="connsiteY2" fmla="*/ 844384 h 11522074"/>
              <a:gd name="connsiteX3" fmla="*/ 11161711 w 11161711"/>
              <a:gd name="connsiteY3" fmla="*/ 10677690 h 11522074"/>
              <a:gd name="connsiteX4" fmla="*/ 10317327 w 11161711"/>
              <a:gd name="connsiteY4" fmla="*/ 11522074 h 11522074"/>
              <a:gd name="connsiteX5" fmla="*/ 844384 w 11161711"/>
              <a:gd name="connsiteY5" fmla="*/ 11522074 h 11522074"/>
              <a:gd name="connsiteX6" fmla="*/ 0 w 11161711"/>
              <a:gd name="connsiteY6" fmla="*/ 10677690 h 11522074"/>
              <a:gd name="connsiteX7" fmla="*/ 0 w 11161711"/>
              <a:gd name="connsiteY7" fmla="*/ 844384 h 11522074"/>
              <a:gd name="connsiteX8" fmla="*/ 844384 w 11161711"/>
              <a:gd name="connsiteY8" fmla="*/ 0 h 1152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1711" h="11522074">
                <a:moveTo>
                  <a:pt x="844384" y="0"/>
                </a:moveTo>
                <a:lnTo>
                  <a:pt x="10317327" y="0"/>
                </a:lnTo>
                <a:cubicBezTo>
                  <a:pt x="10783667" y="0"/>
                  <a:pt x="11161711" y="378044"/>
                  <a:pt x="11161711" y="844384"/>
                </a:cubicBezTo>
                <a:lnTo>
                  <a:pt x="11161711" y="10677690"/>
                </a:lnTo>
                <a:cubicBezTo>
                  <a:pt x="11161711" y="11144030"/>
                  <a:pt x="10783667" y="11522074"/>
                  <a:pt x="10317327" y="11522074"/>
                </a:cubicBezTo>
                <a:lnTo>
                  <a:pt x="844384" y="11522074"/>
                </a:lnTo>
                <a:cubicBezTo>
                  <a:pt x="378044" y="11522074"/>
                  <a:pt x="0" y="11144030"/>
                  <a:pt x="0" y="10677690"/>
                </a:cubicBezTo>
                <a:lnTo>
                  <a:pt x="0" y="844384"/>
                </a:lnTo>
                <a:cubicBezTo>
                  <a:pt x="0" y="378044"/>
                  <a:pt x="378044" y="0"/>
                  <a:pt x="8443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6178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B087196-5C93-461F-86AE-4E909DFCF5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092974" y="1110672"/>
            <a:ext cx="7259152" cy="1152207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79CF17-57D8-63B3-A1D6-CBA3E72AC4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61631" y="1096965"/>
            <a:ext cx="7259152" cy="5761038"/>
          </a:xfrm>
          <a:custGeom>
            <a:avLst/>
            <a:gdLst>
              <a:gd name="connsiteX0" fmla="*/ 0 w 7259151"/>
              <a:gd name="connsiteY0" fmla="*/ 0 h 5761037"/>
              <a:gd name="connsiteX1" fmla="*/ 7259151 w 7259151"/>
              <a:gd name="connsiteY1" fmla="*/ 0 h 5761037"/>
              <a:gd name="connsiteX2" fmla="*/ 7259151 w 7259151"/>
              <a:gd name="connsiteY2" fmla="*/ 5761037 h 5761037"/>
              <a:gd name="connsiteX3" fmla="*/ 0 w 7259151"/>
              <a:gd name="connsiteY3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9151" h="5761037">
                <a:moveTo>
                  <a:pt x="0" y="0"/>
                </a:moveTo>
                <a:lnTo>
                  <a:pt x="7259151" y="0"/>
                </a:lnTo>
                <a:lnTo>
                  <a:pt x="7259151" y="5761037"/>
                </a:lnTo>
                <a:lnTo>
                  <a:pt x="0" y="576103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49291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3D0DF2-1D5A-559A-A512-716170D945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4662" y="1096965"/>
            <a:ext cx="10806827" cy="5617022"/>
          </a:xfrm>
          <a:custGeom>
            <a:avLst/>
            <a:gdLst>
              <a:gd name="connsiteX0" fmla="*/ 419985 w 10806827"/>
              <a:gd name="connsiteY0" fmla="*/ 0 h 5617022"/>
              <a:gd name="connsiteX1" fmla="*/ 10386843 w 10806827"/>
              <a:gd name="connsiteY1" fmla="*/ 0 h 5617022"/>
              <a:gd name="connsiteX2" fmla="*/ 10806827 w 10806827"/>
              <a:gd name="connsiteY2" fmla="*/ 419985 h 5617022"/>
              <a:gd name="connsiteX3" fmla="*/ 10806827 w 10806827"/>
              <a:gd name="connsiteY3" fmla="*/ 5197036 h 5617022"/>
              <a:gd name="connsiteX4" fmla="*/ 10386843 w 10806827"/>
              <a:gd name="connsiteY4" fmla="*/ 5617022 h 5617022"/>
              <a:gd name="connsiteX5" fmla="*/ 419985 w 10806827"/>
              <a:gd name="connsiteY5" fmla="*/ 5617022 h 5617022"/>
              <a:gd name="connsiteX6" fmla="*/ 0 w 10806827"/>
              <a:gd name="connsiteY6" fmla="*/ 5197036 h 5617022"/>
              <a:gd name="connsiteX7" fmla="*/ 0 w 10806827"/>
              <a:gd name="connsiteY7" fmla="*/ 419985 h 5617022"/>
              <a:gd name="connsiteX8" fmla="*/ 419985 w 1080682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827" h="5617022">
                <a:moveTo>
                  <a:pt x="419985" y="0"/>
                </a:moveTo>
                <a:lnTo>
                  <a:pt x="10386843" y="0"/>
                </a:lnTo>
                <a:cubicBezTo>
                  <a:pt x="10618793" y="0"/>
                  <a:pt x="10806827" y="188034"/>
                  <a:pt x="10806827" y="419985"/>
                </a:cubicBezTo>
                <a:lnTo>
                  <a:pt x="10806827" y="5197036"/>
                </a:lnTo>
                <a:cubicBezTo>
                  <a:pt x="10806827" y="5428988"/>
                  <a:pt x="10618793" y="5617022"/>
                  <a:pt x="10386843" y="5617022"/>
                </a:cubicBezTo>
                <a:lnTo>
                  <a:pt x="419985" y="5617022"/>
                </a:lnTo>
                <a:cubicBezTo>
                  <a:pt x="188034" y="5617022"/>
                  <a:pt x="0" y="5428988"/>
                  <a:pt x="0" y="5197036"/>
                </a:cubicBezTo>
                <a:lnTo>
                  <a:pt x="0" y="419985"/>
                </a:lnTo>
                <a:cubicBezTo>
                  <a:pt x="0" y="188034"/>
                  <a:pt x="188034" y="0"/>
                  <a:pt x="41998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952B50B-ABF2-FFC3-8410-1625F37AB2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4659" y="7014435"/>
            <a:ext cx="5472288" cy="5617022"/>
          </a:xfrm>
          <a:custGeom>
            <a:avLst/>
            <a:gdLst>
              <a:gd name="connsiteX0" fmla="*/ 409164 w 5472288"/>
              <a:gd name="connsiteY0" fmla="*/ 0 h 5617021"/>
              <a:gd name="connsiteX1" fmla="*/ 5063125 w 5472288"/>
              <a:gd name="connsiteY1" fmla="*/ 0 h 5617021"/>
              <a:gd name="connsiteX2" fmla="*/ 5472288 w 5472288"/>
              <a:gd name="connsiteY2" fmla="*/ 409163 h 5617021"/>
              <a:gd name="connsiteX3" fmla="*/ 5472288 w 5472288"/>
              <a:gd name="connsiteY3" fmla="*/ 5207858 h 5617021"/>
              <a:gd name="connsiteX4" fmla="*/ 5063125 w 5472288"/>
              <a:gd name="connsiteY4" fmla="*/ 5617021 h 5617021"/>
              <a:gd name="connsiteX5" fmla="*/ 409164 w 5472288"/>
              <a:gd name="connsiteY5" fmla="*/ 5617021 h 5617021"/>
              <a:gd name="connsiteX6" fmla="*/ 0 w 5472288"/>
              <a:gd name="connsiteY6" fmla="*/ 5207858 h 5617021"/>
              <a:gd name="connsiteX7" fmla="*/ 0 w 5472288"/>
              <a:gd name="connsiteY7" fmla="*/ 409163 h 5617021"/>
              <a:gd name="connsiteX8" fmla="*/ 409164 w 5472288"/>
              <a:gd name="connsiteY8" fmla="*/ 0 h 561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8" h="5617021">
                <a:moveTo>
                  <a:pt x="409164" y="0"/>
                </a:moveTo>
                <a:lnTo>
                  <a:pt x="5063125" y="0"/>
                </a:lnTo>
                <a:cubicBezTo>
                  <a:pt x="5289099" y="0"/>
                  <a:pt x="5472288" y="183189"/>
                  <a:pt x="5472288" y="409163"/>
                </a:cubicBezTo>
                <a:lnTo>
                  <a:pt x="5472288" y="5207858"/>
                </a:lnTo>
                <a:cubicBezTo>
                  <a:pt x="5472288" y="5433832"/>
                  <a:pt x="5289099" y="5617021"/>
                  <a:pt x="5063125" y="5617021"/>
                </a:cubicBezTo>
                <a:lnTo>
                  <a:pt x="409164" y="5617021"/>
                </a:lnTo>
                <a:cubicBezTo>
                  <a:pt x="183190" y="5617021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90" y="0"/>
                  <a:pt x="4091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915731-3728-DEFF-77F7-CFA8510018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19519" y="1096965"/>
            <a:ext cx="5472288" cy="5617022"/>
          </a:xfrm>
          <a:custGeom>
            <a:avLst/>
            <a:gdLst>
              <a:gd name="connsiteX0" fmla="*/ 409163 w 5472287"/>
              <a:gd name="connsiteY0" fmla="*/ 0 h 5617022"/>
              <a:gd name="connsiteX1" fmla="*/ 5063125 w 5472287"/>
              <a:gd name="connsiteY1" fmla="*/ 0 h 5617022"/>
              <a:gd name="connsiteX2" fmla="*/ 5472287 w 5472287"/>
              <a:gd name="connsiteY2" fmla="*/ 409163 h 5617022"/>
              <a:gd name="connsiteX3" fmla="*/ 5472287 w 5472287"/>
              <a:gd name="connsiteY3" fmla="*/ 5207858 h 5617022"/>
              <a:gd name="connsiteX4" fmla="*/ 5063125 w 5472287"/>
              <a:gd name="connsiteY4" fmla="*/ 5617022 h 5617022"/>
              <a:gd name="connsiteX5" fmla="*/ 409163 w 5472287"/>
              <a:gd name="connsiteY5" fmla="*/ 5617022 h 5617022"/>
              <a:gd name="connsiteX6" fmla="*/ 0 w 5472287"/>
              <a:gd name="connsiteY6" fmla="*/ 5207858 h 5617022"/>
              <a:gd name="connsiteX7" fmla="*/ 0 w 5472287"/>
              <a:gd name="connsiteY7" fmla="*/ 409163 h 5617022"/>
              <a:gd name="connsiteX8" fmla="*/ 409163 w 547228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7" h="5617022">
                <a:moveTo>
                  <a:pt x="409163" y="0"/>
                </a:moveTo>
                <a:lnTo>
                  <a:pt x="5063125" y="0"/>
                </a:lnTo>
                <a:cubicBezTo>
                  <a:pt x="5289097" y="0"/>
                  <a:pt x="5472287" y="183189"/>
                  <a:pt x="5472287" y="409163"/>
                </a:cubicBezTo>
                <a:lnTo>
                  <a:pt x="5472287" y="5207858"/>
                </a:lnTo>
                <a:cubicBezTo>
                  <a:pt x="5472287" y="5433832"/>
                  <a:pt x="5289097" y="5617022"/>
                  <a:pt x="5063125" y="5617022"/>
                </a:cubicBezTo>
                <a:lnTo>
                  <a:pt x="409163" y="5617022"/>
                </a:lnTo>
                <a:cubicBezTo>
                  <a:pt x="183189" y="5617022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89" y="0"/>
                  <a:pt x="40916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3C29B2D-1ED1-19C4-50CB-574377CB6B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879839" y="1096964"/>
            <a:ext cx="5472286" cy="11522076"/>
          </a:xfrm>
          <a:custGeom>
            <a:avLst/>
            <a:gdLst>
              <a:gd name="connsiteX0" fmla="*/ 409162 w 5472286"/>
              <a:gd name="connsiteY0" fmla="*/ 0 h 11522075"/>
              <a:gd name="connsiteX1" fmla="*/ 5063124 w 5472286"/>
              <a:gd name="connsiteY1" fmla="*/ 0 h 11522075"/>
              <a:gd name="connsiteX2" fmla="*/ 5472286 w 5472286"/>
              <a:gd name="connsiteY2" fmla="*/ 409163 h 11522075"/>
              <a:gd name="connsiteX3" fmla="*/ 5472286 w 5472286"/>
              <a:gd name="connsiteY3" fmla="*/ 11112912 h 11522075"/>
              <a:gd name="connsiteX4" fmla="*/ 5063124 w 5472286"/>
              <a:gd name="connsiteY4" fmla="*/ 11522075 h 11522075"/>
              <a:gd name="connsiteX5" fmla="*/ 409162 w 5472286"/>
              <a:gd name="connsiteY5" fmla="*/ 11522075 h 11522075"/>
              <a:gd name="connsiteX6" fmla="*/ 0 w 5472286"/>
              <a:gd name="connsiteY6" fmla="*/ 11112912 h 11522075"/>
              <a:gd name="connsiteX7" fmla="*/ 0 w 5472286"/>
              <a:gd name="connsiteY7" fmla="*/ 409163 h 11522075"/>
              <a:gd name="connsiteX8" fmla="*/ 409162 w 5472286"/>
              <a:gd name="connsiteY8" fmla="*/ 0 h 1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6" h="11522075">
                <a:moveTo>
                  <a:pt x="409162" y="0"/>
                </a:moveTo>
                <a:lnTo>
                  <a:pt x="5063124" y="0"/>
                </a:lnTo>
                <a:cubicBezTo>
                  <a:pt x="5289098" y="0"/>
                  <a:pt x="5472286" y="183189"/>
                  <a:pt x="5472286" y="409163"/>
                </a:cubicBezTo>
                <a:lnTo>
                  <a:pt x="5472286" y="11112912"/>
                </a:lnTo>
                <a:cubicBezTo>
                  <a:pt x="5472286" y="11338886"/>
                  <a:pt x="5289098" y="11522075"/>
                  <a:pt x="5063124" y="11522075"/>
                </a:cubicBezTo>
                <a:lnTo>
                  <a:pt x="409162" y="11522075"/>
                </a:lnTo>
                <a:cubicBezTo>
                  <a:pt x="183190" y="11522075"/>
                  <a:pt x="0" y="11338886"/>
                  <a:pt x="0" y="11112912"/>
                </a:cubicBezTo>
                <a:lnTo>
                  <a:pt x="0" y="409163"/>
                </a:lnTo>
                <a:cubicBezTo>
                  <a:pt x="0" y="183189"/>
                  <a:pt x="183190" y="0"/>
                  <a:pt x="40916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604B63-7775-9D98-CDFD-4C8E84C53E82}"/>
              </a:ext>
            </a:extLst>
          </p:cNvPr>
          <p:cNvSpPr/>
          <p:nvPr userDrawn="1"/>
        </p:nvSpPr>
        <p:spPr>
          <a:xfrm>
            <a:off x="6784979" y="7006383"/>
            <a:ext cx="10806827" cy="5625074"/>
          </a:xfrm>
          <a:prstGeom prst="roundRect">
            <a:avLst>
              <a:gd name="adj" fmla="val 65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1942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39C0D0-92A1-291A-8330-82CD9D7A637A}"/>
              </a:ext>
            </a:extLst>
          </p:cNvPr>
          <p:cNvSpPr/>
          <p:nvPr userDrawn="1"/>
        </p:nvSpPr>
        <p:spPr>
          <a:xfrm>
            <a:off x="-1" y="0"/>
            <a:ext cx="8014743" cy="13715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026BBAB-0297-9D01-4EC4-9CFD96BF5D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8014743" cy="13715554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68E8B-97FD-537E-34EA-DFEDC0AF7D4D}"/>
              </a:ext>
            </a:extLst>
          </p:cNvPr>
          <p:cNvSpPr/>
          <p:nvPr userDrawn="1"/>
        </p:nvSpPr>
        <p:spPr>
          <a:xfrm>
            <a:off x="1" y="0"/>
            <a:ext cx="144016" cy="1371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>
              <a:latin typeface="League Spartan Regular INO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9666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2FC9A04-3E7C-86AA-3269-1249446876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2161312" y="5620747"/>
            <a:ext cx="3063343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3068315-1CAC-ABA5-D094-9516EC7F76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93525" y="6581491"/>
            <a:ext cx="3063343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B522DF-D781-6112-1295-A496A643A1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025735" y="5416999"/>
            <a:ext cx="3063343" cy="5881614"/>
          </a:xfrm>
          <a:custGeom>
            <a:avLst/>
            <a:gdLst>
              <a:gd name="connsiteX0" fmla="*/ 306949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49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9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9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49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C486EE-1053-6314-D5B5-92D439797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77180" y="4692058"/>
            <a:ext cx="3878118" cy="7761144"/>
          </a:xfrm>
          <a:custGeom>
            <a:avLst/>
            <a:gdLst>
              <a:gd name="connsiteX0" fmla="*/ 428920 w 3878118"/>
              <a:gd name="connsiteY0" fmla="*/ 0 h 7761144"/>
              <a:gd name="connsiteX1" fmla="*/ 3449198 w 3878118"/>
              <a:gd name="connsiteY1" fmla="*/ 0 h 7761144"/>
              <a:gd name="connsiteX2" fmla="*/ 3878118 w 3878118"/>
              <a:gd name="connsiteY2" fmla="*/ 428920 h 7761144"/>
              <a:gd name="connsiteX3" fmla="*/ 3878118 w 3878118"/>
              <a:gd name="connsiteY3" fmla="*/ 7332224 h 7761144"/>
              <a:gd name="connsiteX4" fmla="*/ 3449198 w 3878118"/>
              <a:gd name="connsiteY4" fmla="*/ 7761144 h 7761144"/>
              <a:gd name="connsiteX5" fmla="*/ 428920 w 3878118"/>
              <a:gd name="connsiteY5" fmla="*/ 7761144 h 7761144"/>
              <a:gd name="connsiteX6" fmla="*/ 0 w 3878118"/>
              <a:gd name="connsiteY6" fmla="*/ 7332224 h 7761144"/>
              <a:gd name="connsiteX7" fmla="*/ 0 w 3878118"/>
              <a:gd name="connsiteY7" fmla="*/ 428920 h 7761144"/>
              <a:gd name="connsiteX8" fmla="*/ 428920 w 3878118"/>
              <a:gd name="connsiteY8" fmla="*/ 0 h 776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118" h="7761144">
                <a:moveTo>
                  <a:pt x="428920" y="0"/>
                </a:moveTo>
                <a:lnTo>
                  <a:pt x="3449198" y="0"/>
                </a:lnTo>
                <a:cubicBezTo>
                  <a:pt x="3686084" y="0"/>
                  <a:pt x="3878118" y="192034"/>
                  <a:pt x="3878118" y="428920"/>
                </a:cubicBezTo>
                <a:lnTo>
                  <a:pt x="3878118" y="7332224"/>
                </a:lnTo>
                <a:cubicBezTo>
                  <a:pt x="3878118" y="7569110"/>
                  <a:pt x="3686084" y="7761144"/>
                  <a:pt x="3449198" y="7761144"/>
                </a:cubicBezTo>
                <a:lnTo>
                  <a:pt x="428920" y="7761144"/>
                </a:lnTo>
                <a:cubicBezTo>
                  <a:pt x="192034" y="7761144"/>
                  <a:pt x="0" y="7569110"/>
                  <a:pt x="0" y="7332224"/>
                </a:cubicBezTo>
                <a:lnTo>
                  <a:pt x="0" y="428920"/>
                </a:lnTo>
                <a:cubicBezTo>
                  <a:pt x="0" y="192034"/>
                  <a:pt x="192034" y="0"/>
                  <a:pt x="42892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94792A-5A7A-816C-A49E-FFF23C5111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3400" y="5416999"/>
            <a:ext cx="3063343" cy="5881614"/>
          </a:xfrm>
          <a:custGeom>
            <a:avLst/>
            <a:gdLst>
              <a:gd name="connsiteX0" fmla="*/ 306949 w 2775309"/>
              <a:gd name="connsiteY0" fmla="*/ 0 h 5328592"/>
              <a:gd name="connsiteX1" fmla="*/ 2468360 w 2775309"/>
              <a:gd name="connsiteY1" fmla="*/ 0 h 5328592"/>
              <a:gd name="connsiteX2" fmla="*/ 2775309 w 2775309"/>
              <a:gd name="connsiteY2" fmla="*/ 306950 h 5328592"/>
              <a:gd name="connsiteX3" fmla="*/ 2775309 w 2775309"/>
              <a:gd name="connsiteY3" fmla="*/ 5021643 h 5328592"/>
              <a:gd name="connsiteX4" fmla="*/ 2468360 w 2775309"/>
              <a:gd name="connsiteY4" fmla="*/ 5328592 h 5328592"/>
              <a:gd name="connsiteX5" fmla="*/ 306949 w 2775309"/>
              <a:gd name="connsiteY5" fmla="*/ 5328592 h 5328592"/>
              <a:gd name="connsiteX6" fmla="*/ 0 w 2775309"/>
              <a:gd name="connsiteY6" fmla="*/ 5021643 h 5328592"/>
              <a:gd name="connsiteX7" fmla="*/ 0 w 2775309"/>
              <a:gd name="connsiteY7" fmla="*/ 306950 h 5328592"/>
              <a:gd name="connsiteX8" fmla="*/ 306949 w 2775309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09" h="5328592">
                <a:moveTo>
                  <a:pt x="306949" y="0"/>
                </a:moveTo>
                <a:lnTo>
                  <a:pt x="2468360" y="0"/>
                </a:lnTo>
                <a:cubicBezTo>
                  <a:pt x="2637884" y="0"/>
                  <a:pt x="2775309" y="137426"/>
                  <a:pt x="2775309" y="306950"/>
                </a:cubicBezTo>
                <a:lnTo>
                  <a:pt x="2775309" y="5021643"/>
                </a:lnTo>
                <a:cubicBezTo>
                  <a:pt x="2775309" y="5191166"/>
                  <a:pt x="2637884" y="5328592"/>
                  <a:pt x="2468360" y="5328592"/>
                </a:cubicBezTo>
                <a:lnTo>
                  <a:pt x="306949" y="5328592"/>
                </a:lnTo>
                <a:cubicBezTo>
                  <a:pt x="137425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5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ADD219-6079-57B5-8A00-23E0413B53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610" y="6581491"/>
            <a:ext cx="3063343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1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1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1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1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3DEDA72-4538-779B-5E8F-5DF929163D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92182" y="5620747"/>
            <a:ext cx="3063343" cy="5881614"/>
          </a:xfrm>
          <a:custGeom>
            <a:avLst/>
            <a:gdLst>
              <a:gd name="connsiteX0" fmla="*/ 306950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50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50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50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50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5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8171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E6F36ED-95AD-7200-C5E0-AF721004F7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628708" y="2841371"/>
            <a:ext cx="6721545" cy="6608918"/>
          </a:xfrm>
          <a:custGeom>
            <a:avLst/>
            <a:gdLst>
              <a:gd name="connsiteX0" fmla="*/ 639808 w 6721544"/>
              <a:gd name="connsiteY0" fmla="*/ 0 h 6608918"/>
              <a:gd name="connsiteX1" fmla="*/ 6081736 w 6721544"/>
              <a:gd name="connsiteY1" fmla="*/ 0 h 6608918"/>
              <a:gd name="connsiteX2" fmla="*/ 6721544 w 6721544"/>
              <a:gd name="connsiteY2" fmla="*/ 639809 h 6608918"/>
              <a:gd name="connsiteX3" fmla="*/ 6721544 w 6721544"/>
              <a:gd name="connsiteY3" fmla="*/ 5969109 h 6608918"/>
              <a:gd name="connsiteX4" fmla="*/ 6081736 w 6721544"/>
              <a:gd name="connsiteY4" fmla="*/ 6608918 h 6608918"/>
              <a:gd name="connsiteX5" fmla="*/ 639808 w 6721544"/>
              <a:gd name="connsiteY5" fmla="*/ 6608918 h 6608918"/>
              <a:gd name="connsiteX6" fmla="*/ 0 w 6721544"/>
              <a:gd name="connsiteY6" fmla="*/ 5969109 h 6608918"/>
              <a:gd name="connsiteX7" fmla="*/ 0 w 6721544"/>
              <a:gd name="connsiteY7" fmla="*/ 639809 h 6608918"/>
              <a:gd name="connsiteX8" fmla="*/ 639808 w 6721544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4" h="6608918">
                <a:moveTo>
                  <a:pt x="639808" y="0"/>
                </a:moveTo>
                <a:lnTo>
                  <a:pt x="6081736" y="0"/>
                </a:lnTo>
                <a:cubicBezTo>
                  <a:pt x="6435092" y="0"/>
                  <a:pt x="6721544" y="286452"/>
                  <a:pt x="6721544" y="639809"/>
                </a:cubicBezTo>
                <a:lnTo>
                  <a:pt x="6721544" y="5969109"/>
                </a:lnTo>
                <a:cubicBezTo>
                  <a:pt x="6721544" y="6322466"/>
                  <a:pt x="6435092" y="6608918"/>
                  <a:pt x="6081736" y="6608918"/>
                </a:cubicBezTo>
                <a:lnTo>
                  <a:pt x="639808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A4E69A7-E7AF-32CB-9147-ED8E8CAC3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669" y="2841371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C31DCD-B6DD-DB12-9705-79BC159CF3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29642" y="2841371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4511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8C6678-C054-AB74-F6B8-BA386797A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096964"/>
            <a:ext cx="11254309" cy="11545296"/>
          </a:xfrm>
          <a:custGeom>
            <a:avLst/>
            <a:gdLst>
              <a:gd name="connsiteX0" fmla="*/ 0 w 11254309"/>
              <a:gd name="connsiteY0" fmla="*/ 0 h 11545295"/>
              <a:gd name="connsiteX1" fmla="*/ 10269842 w 11254309"/>
              <a:gd name="connsiteY1" fmla="*/ 0 h 11545295"/>
              <a:gd name="connsiteX2" fmla="*/ 11254309 w 11254309"/>
              <a:gd name="connsiteY2" fmla="*/ 984467 h 11545295"/>
              <a:gd name="connsiteX3" fmla="*/ 11254309 w 11254309"/>
              <a:gd name="connsiteY3" fmla="*/ 10560828 h 11545295"/>
              <a:gd name="connsiteX4" fmla="*/ 10269842 w 11254309"/>
              <a:gd name="connsiteY4" fmla="*/ 11545295 h 11545295"/>
              <a:gd name="connsiteX5" fmla="*/ 0 w 11254309"/>
              <a:gd name="connsiteY5" fmla="*/ 11545295 h 1154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54309" h="11545295">
                <a:moveTo>
                  <a:pt x="0" y="0"/>
                </a:moveTo>
                <a:lnTo>
                  <a:pt x="10269842" y="0"/>
                </a:lnTo>
                <a:cubicBezTo>
                  <a:pt x="10813548" y="0"/>
                  <a:pt x="11254309" y="440761"/>
                  <a:pt x="11254309" y="984467"/>
                </a:cubicBezTo>
                <a:lnTo>
                  <a:pt x="11254309" y="10560828"/>
                </a:lnTo>
                <a:cubicBezTo>
                  <a:pt x="11254309" y="11104534"/>
                  <a:pt x="10813548" y="11545295"/>
                  <a:pt x="10269842" y="11545295"/>
                </a:cubicBezTo>
                <a:lnTo>
                  <a:pt x="0" y="11545295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71C925-1A34-EBAE-12E1-F2BAD7A94C38}"/>
              </a:ext>
            </a:extLst>
          </p:cNvPr>
          <p:cNvSpPr/>
          <p:nvPr userDrawn="1"/>
        </p:nvSpPr>
        <p:spPr>
          <a:xfrm>
            <a:off x="12170644" y="6126439"/>
            <a:ext cx="5251562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CD913A-2549-E033-A2DE-5A9D31B9EC1F}"/>
              </a:ext>
            </a:extLst>
          </p:cNvPr>
          <p:cNvSpPr/>
          <p:nvPr userDrawn="1"/>
        </p:nvSpPr>
        <p:spPr>
          <a:xfrm>
            <a:off x="18100564" y="6126439"/>
            <a:ext cx="5251562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581AB6-15B1-F96E-DC0D-8713ADBBEAEC}"/>
              </a:ext>
            </a:extLst>
          </p:cNvPr>
          <p:cNvSpPr/>
          <p:nvPr userDrawn="1"/>
        </p:nvSpPr>
        <p:spPr>
          <a:xfrm>
            <a:off x="12170644" y="8911341"/>
            <a:ext cx="5251562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C045D1-F006-DF58-B843-0C898475C47B}"/>
              </a:ext>
            </a:extLst>
          </p:cNvPr>
          <p:cNvSpPr/>
          <p:nvPr userDrawn="1"/>
        </p:nvSpPr>
        <p:spPr>
          <a:xfrm>
            <a:off x="18100564" y="8911341"/>
            <a:ext cx="5251562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00" b="0" i="0">
              <a:latin typeface="League Spartan Regular INO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45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80ED3F-48AE-DCA2-6B60-CE356ACFF1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9" y="1096965"/>
            <a:ext cx="22321835" cy="5545014"/>
          </a:xfrm>
          <a:custGeom>
            <a:avLst/>
            <a:gdLst>
              <a:gd name="connsiteX0" fmla="*/ 638730 w 22321836"/>
              <a:gd name="connsiteY0" fmla="*/ 0 h 5545013"/>
              <a:gd name="connsiteX1" fmla="*/ 21683108 w 22321836"/>
              <a:gd name="connsiteY1" fmla="*/ 0 h 5545013"/>
              <a:gd name="connsiteX2" fmla="*/ 22321836 w 22321836"/>
              <a:gd name="connsiteY2" fmla="*/ 638730 h 5545013"/>
              <a:gd name="connsiteX3" fmla="*/ 22321836 w 22321836"/>
              <a:gd name="connsiteY3" fmla="*/ 4906283 h 5545013"/>
              <a:gd name="connsiteX4" fmla="*/ 21683108 w 22321836"/>
              <a:gd name="connsiteY4" fmla="*/ 5545013 h 5545013"/>
              <a:gd name="connsiteX5" fmla="*/ 638730 w 22321836"/>
              <a:gd name="connsiteY5" fmla="*/ 5545013 h 5545013"/>
              <a:gd name="connsiteX6" fmla="*/ 0 w 22321836"/>
              <a:gd name="connsiteY6" fmla="*/ 4906283 h 5545013"/>
              <a:gd name="connsiteX7" fmla="*/ 0 w 22321836"/>
              <a:gd name="connsiteY7" fmla="*/ 638730 h 5545013"/>
              <a:gd name="connsiteX8" fmla="*/ 638730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638730" y="0"/>
                </a:moveTo>
                <a:lnTo>
                  <a:pt x="21683108" y="0"/>
                </a:lnTo>
                <a:cubicBezTo>
                  <a:pt x="22035868" y="0"/>
                  <a:pt x="22321836" y="285969"/>
                  <a:pt x="22321836" y="638730"/>
                </a:cubicBezTo>
                <a:lnTo>
                  <a:pt x="22321836" y="4906283"/>
                </a:lnTo>
                <a:cubicBezTo>
                  <a:pt x="22321836" y="5259044"/>
                  <a:pt x="22035868" y="5545013"/>
                  <a:pt x="21683108" y="5545013"/>
                </a:cubicBezTo>
                <a:lnTo>
                  <a:pt x="638730" y="5545013"/>
                </a:lnTo>
                <a:cubicBezTo>
                  <a:pt x="285969" y="5545013"/>
                  <a:pt x="0" y="5259044"/>
                  <a:pt x="0" y="4906283"/>
                </a:cubicBezTo>
                <a:lnTo>
                  <a:pt x="0" y="638730"/>
                </a:lnTo>
                <a:cubicBezTo>
                  <a:pt x="0" y="285969"/>
                  <a:pt x="285969" y="0"/>
                  <a:pt x="63873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85519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99EDF11-F2A0-3130-9E81-65407DCCF4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2413" cy="86582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449770-ECAB-2E86-FCCF-296AC3138D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658200"/>
            <a:ext cx="24382413" cy="5057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39211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3E89ECC-3026-149C-27C7-58DF9A6FE1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2413" cy="100983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 b="0" i="0">
                <a:latin typeface="League Spartan Regular INOD" pitchFamily="50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23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54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661" r:id="rId14"/>
    <p:sldLayoutId id="2147483682" r:id="rId15"/>
    <p:sldLayoutId id="2147483662" r:id="rId16"/>
    <p:sldLayoutId id="2147483688" r:id="rId17"/>
    <p:sldLayoutId id="2147483664" r:id="rId18"/>
    <p:sldLayoutId id="2147483668" r:id="rId19"/>
    <p:sldLayoutId id="2147483665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4" r:id="rId33"/>
    <p:sldLayoutId id="2147483685" r:id="rId34"/>
    <p:sldLayoutId id="2147483687" r:id="rId35"/>
    <p:sldLayoutId id="2147483686" r:id="rId36"/>
    <p:sldLayoutId id="2147483666" r:id="rId37"/>
    <p:sldLayoutId id="2147483667" r:id="rId38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06A2B6C-DBD5-B73D-A8F6-779B1596B7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35368" b="45354"/>
          <a:stretch/>
        </p:blipFill>
        <p:spPr>
          <a:xfrm>
            <a:off x="-21277" y="5824181"/>
            <a:ext cx="24403690" cy="702938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170DD38-E9C3-D315-4E4F-FEE67F936025}"/>
              </a:ext>
            </a:extLst>
          </p:cNvPr>
          <p:cNvSpPr txBox="1"/>
          <p:nvPr/>
        </p:nvSpPr>
        <p:spPr>
          <a:xfrm>
            <a:off x="-1577472" y="5214460"/>
            <a:ext cx="11812884" cy="28879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r">
              <a:lnSpc>
                <a:spcPts val="10900"/>
              </a:lnSpc>
            </a:pPr>
            <a:r>
              <a:rPr lang="en-US" sz="10000" dirty="0">
                <a:gradFill flip="none"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2700000" scaled="1"/>
                  <a:tileRect/>
                </a:gradFill>
                <a:latin typeface="League Spartan Regular INOD"/>
              </a:rPr>
              <a:t>Smart Well-Being   Monitoring System</a:t>
            </a:r>
            <a:endParaRPr lang="en-US" sz="10000" dirty="0">
              <a:gradFill flip="none">
                <a:gsLst>
                  <a:gs pos="1000">
                    <a:srgbClr val="0070C0"/>
                  </a:gs>
                  <a:gs pos="100000">
                    <a:srgbClr val="DC8335"/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94A2C3-A20F-A5DA-3DD1-A74B3B53720B}"/>
              </a:ext>
            </a:extLst>
          </p:cNvPr>
          <p:cNvSpPr txBox="1"/>
          <p:nvPr/>
        </p:nvSpPr>
        <p:spPr>
          <a:xfrm>
            <a:off x="538948" y="9342691"/>
            <a:ext cx="513315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  <a:latin typeface="League Spartan Light INOD"/>
                <a:ea typeface="League Spartan Regular INOD" pitchFamily="50" charset="0"/>
                <a:cs typeface="League Spartan Regular INOD" pitchFamily="50" charset="0"/>
              </a:rPr>
              <a:t>January 2025</a:t>
            </a:r>
            <a:endParaRPr lang="id-ID" sz="3200" dirty="0">
              <a:solidFill>
                <a:schemeClr val="bg1"/>
              </a:solidFill>
              <a:latin typeface="League Spartan Light INOD"/>
              <a:ea typeface="League Spartan Regular INOD" pitchFamily="50" charset="0"/>
              <a:cs typeface="League Spartan Regular INOD" pitchFamily="50" charset="0"/>
            </a:endParaRPr>
          </a:p>
        </p:txBody>
      </p:sp>
      <p:pic>
        <p:nvPicPr>
          <p:cNvPr id="12" name="Picture 11" descr="A blue and orange spheres connected together&#10;&#10;Description automatically generated">
            <a:extLst>
              <a:ext uri="{FF2B5EF4-FFF2-40B4-BE49-F238E27FC236}">
                <a16:creationId xmlns:a16="http://schemas.microsoft.com/office/drawing/2014/main" id="{9F89F0C5-9628-F4E2-6C2B-FEF8AB82B4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4" r="30516" b="18935"/>
          <a:stretch/>
        </p:blipFill>
        <p:spPr>
          <a:xfrm>
            <a:off x="11759159" y="2867412"/>
            <a:ext cx="11809314" cy="1000789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F87D23-1106-67B0-FE2B-72B6459C2141}"/>
              </a:ext>
            </a:extLst>
          </p:cNvPr>
          <p:cNvCxnSpPr>
            <a:cxnSpLocks/>
          </p:cNvCxnSpPr>
          <p:nvPr/>
        </p:nvCxnSpPr>
        <p:spPr>
          <a:xfrm>
            <a:off x="412409" y="10040580"/>
            <a:ext cx="10526124" cy="0"/>
          </a:xfrm>
          <a:prstGeom prst="line">
            <a:avLst/>
          </a:prstGeom>
          <a:ln>
            <a:solidFill>
              <a:schemeClr val="bg1">
                <a:lumMod val="25000"/>
                <a:lumOff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01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ue light in the dark&#10;&#10;Description automatically generated">
            <a:extLst>
              <a:ext uri="{FF2B5EF4-FFF2-40B4-BE49-F238E27FC236}">
                <a16:creationId xmlns:a16="http://schemas.microsoft.com/office/drawing/2014/main" id="{D42EBBE1-B56A-5215-435A-2F93CE23E0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010" t="-7783" r="8010" b="7783"/>
          <a:stretch/>
        </p:blipFill>
        <p:spPr>
          <a:xfrm>
            <a:off x="3637942" y="-2501233"/>
            <a:ext cx="11635638" cy="11635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237A8-A518-1013-F5C5-B7D015B58E6A}"/>
              </a:ext>
            </a:extLst>
          </p:cNvPr>
          <p:cNvSpPr txBox="1"/>
          <p:nvPr/>
        </p:nvSpPr>
        <p:spPr>
          <a:xfrm>
            <a:off x="4589387" y="9892"/>
            <a:ext cx="1278482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7200" dirty="0">
                <a:ea typeface="+mn-lt"/>
                <a:cs typeface="+mn-lt"/>
              </a:rPr>
              <a:t>What Might We Need to Investigate in the Project?</a:t>
            </a:r>
            <a:endParaRPr lang="id-ID" sz="7200" dirty="0">
              <a:latin typeface="League Spartan Regular INOD" pitchFamily="50" charset="0"/>
            </a:endParaRPr>
          </a:p>
        </p:txBody>
      </p:sp>
      <p:sp>
        <p:nvSpPr>
          <p:cNvPr id="8" name="Slide Number Placeholder 43">
            <a:extLst>
              <a:ext uri="{FF2B5EF4-FFF2-40B4-BE49-F238E27FC236}">
                <a16:creationId xmlns:a16="http://schemas.microsoft.com/office/drawing/2014/main" id="{2367B137-89FF-E8B9-8CB2-BFCC3163336E}"/>
              </a:ext>
            </a:extLst>
          </p:cNvPr>
          <p:cNvSpPr txBox="1">
            <a:spLocks/>
          </p:cNvSpPr>
          <p:nvPr/>
        </p:nvSpPr>
        <p:spPr>
          <a:xfrm>
            <a:off x="18111042" y="12698195"/>
            <a:ext cx="5486043" cy="730202"/>
          </a:xfrm>
          <a:prstGeom prst="rect">
            <a:avLst/>
          </a:prstGeom>
        </p:spPr>
        <p:txBody>
          <a:bodyPr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709">
              <a:defRPr/>
            </a:pPr>
            <a:fld id="{806D9094-04A6-4BD7-A428-8D936CE48890}" type="slidenum">
              <a:rPr lang="en-US" sz="2400">
                <a:solidFill>
                  <a:prstClr val="black">
                    <a:tint val="75000"/>
                  </a:prstClr>
                </a:solidFill>
                <a:latin typeface="League Spartan Regular INOD" pitchFamily="50" charset="0"/>
              </a:rPr>
              <a:pPr algn="r" defTabSz="1828709">
                <a:defRPr/>
              </a:pPr>
              <a:t>2</a:t>
            </a:fld>
            <a:endParaRPr lang="en-US" sz="2400">
              <a:solidFill>
                <a:prstClr val="black">
                  <a:tint val="75000"/>
                </a:prstClr>
              </a:solidFill>
              <a:latin typeface="League Spartan Regular INOD" pitchFamily="50" charset="0"/>
            </a:endParaRPr>
          </a:p>
        </p:txBody>
      </p:sp>
      <p:pic>
        <p:nvPicPr>
          <p:cNvPr id="27" name="Picture 26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28E89C49-76A6-1EFD-7D08-BBDEDACBEF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85"/>
          <a:stretch/>
        </p:blipFill>
        <p:spPr>
          <a:xfrm rot="19512425">
            <a:off x="-490636" y="7780432"/>
            <a:ext cx="4545818" cy="4918308"/>
          </a:xfrm>
          <a:prstGeom prst="rect">
            <a:avLst/>
          </a:prstGeom>
        </p:spPr>
      </p:pic>
      <p:pic>
        <p:nvPicPr>
          <p:cNvPr id="28" name="Picture 27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EDE71DFA-B5C0-9A06-25AF-A0E28A3AF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0325" y="4021668"/>
            <a:ext cx="8607040" cy="4918308"/>
          </a:xfrm>
          <a:prstGeom prst="rect">
            <a:avLst/>
          </a:prstGeom>
        </p:spPr>
      </p:pic>
      <p:pic>
        <p:nvPicPr>
          <p:cNvPr id="37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9F07E1E4-8B5D-734A-A7B1-E267560CCA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391" y="2519214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250F994-20C7-469D-F2D0-10C3C8827FBA}"/>
              </a:ext>
            </a:extLst>
          </p:cNvPr>
          <p:cNvGrpSpPr/>
          <p:nvPr/>
        </p:nvGrpSpPr>
        <p:grpSpPr>
          <a:xfrm>
            <a:off x="1404509" y="2085924"/>
            <a:ext cx="3567170" cy="3566936"/>
            <a:chOff x="1372868" y="5906734"/>
            <a:chExt cx="3567170" cy="356693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D37811F-8EA3-D58C-10B3-0FA4297FAC1A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League Spartan Regular INOD" pitchFamily="50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077C2A-93F1-2A3C-27C6-DFC8FBBD6748}"/>
                </a:ext>
              </a:extLst>
            </p:cNvPr>
            <p:cNvSpPr txBox="1"/>
            <p:nvPr/>
          </p:nvSpPr>
          <p:spPr>
            <a:xfrm>
              <a:off x="1372868" y="6930124"/>
              <a:ext cx="3567170" cy="150810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System Definition</a:t>
              </a:r>
              <a:r>
                <a:rPr lang="en-US" sz="4600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 </a:t>
              </a:r>
            </a:p>
          </p:txBody>
        </p:sp>
      </p:grpSp>
      <p:pic>
        <p:nvPicPr>
          <p:cNvPr id="33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400B0683-FFBF-8F5C-D0C3-B0D2D1435A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2750" y="6340024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93DDB83-70D1-0371-1692-3EA967CB97C2}"/>
              </a:ext>
            </a:extLst>
          </p:cNvPr>
          <p:cNvGrpSpPr/>
          <p:nvPr/>
        </p:nvGrpSpPr>
        <p:grpSpPr>
          <a:xfrm>
            <a:off x="1372868" y="5906734"/>
            <a:ext cx="3567170" cy="3566936"/>
            <a:chOff x="1372868" y="5906734"/>
            <a:chExt cx="3567170" cy="356693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5DCF3F-B426-D023-5BAA-02A3E57E6E0F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League Spartan Regular INOD" pitchFamily="50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D3149F-8127-5FEB-2284-9F212B2B1134}"/>
                </a:ext>
              </a:extLst>
            </p:cNvPr>
            <p:cNvSpPr txBox="1"/>
            <p:nvPr/>
          </p:nvSpPr>
          <p:spPr>
            <a:xfrm>
              <a:off x="1372868" y="6930124"/>
              <a:ext cx="3567170" cy="80021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Algorithms</a:t>
              </a:r>
              <a:endParaRPr lang="en-US" sz="4600" b="1" dirty="0" err="1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League Spartan Regular INOD" pitchFamily="50" charset="0"/>
              </a:endParaRPr>
            </a:p>
          </p:txBody>
        </p:sp>
      </p:grpSp>
      <p:pic>
        <p:nvPicPr>
          <p:cNvPr id="45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E57134FB-D8C7-052E-ACF7-7809CDC3CE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391" y="10157732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C07FC819-E54E-0639-35A0-EC25A1E2CE6A}"/>
              </a:ext>
            </a:extLst>
          </p:cNvPr>
          <p:cNvGrpSpPr/>
          <p:nvPr/>
        </p:nvGrpSpPr>
        <p:grpSpPr>
          <a:xfrm>
            <a:off x="1404509" y="9724442"/>
            <a:ext cx="3567170" cy="3566936"/>
            <a:chOff x="1372868" y="5906734"/>
            <a:chExt cx="3567170" cy="356693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3DEFB7-E471-EE32-FAB5-B21CD287D702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League Spartan Regular INOD" pitchFamily="50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A91FED-2799-EA71-40B0-D7915762228D}"/>
                </a:ext>
              </a:extLst>
            </p:cNvPr>
            <p:cNvSpPr txBox="1"/>
            <p:nvPr/>
          </p:nvSpPr>
          <p:spPr>
            <a:xfrm>
              <a:off x="1372868" y="6573438"/>
              <a:ext cx="3567170" cy="221599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Ethical &amp; Privacy Concern</a:t>
              </a:r>
              <a:endParaRPr lang="en-US" sz="4600" b="1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League Spartan Regular INOD" pitchFamily="50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0891F28-ECC5-3B5C-2C8B-8800ACDBCD85}"/>
              </a:ext>
            </a:extLst>
          </p:cNvPr>
          <p:cNvSpPr txBox="1"/>
          <p:nvPr/>
        </p:nvSpPr>
        <p:spPr>
          <a:xfrm>
            <a:off x="5060189" y="6916162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31495" indent="-5156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4000" dirty="0">
                <a:latin typeface="League Spartan Regular INOD"/>
              </a:rPr>
              <a:t>Development</a:t>
            </a:r>
            <a:r>
              <a:rPr lang="en-GB" sz="4000" dirty="0">
                <a:ea typeface="+mn-lt"/>
                <a:cs typeface="+mn-lt"/>
              </a:rPr>
              <a:t> of algorithms to integrate and process multi-modal data.</a:t>
            </a:r>
            <a:endParaRPr lang="en-US" dirty="0">
              <a:ea typeface="+mn-lt"/>
              <a:cs typeface="+mn-lt"/>
            </a:endParaRPr>
          </a:p>
          <a:p>
            <a:pPr marL="531495" indent="-5156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Approaches to identify stress levels and posture-related stages from captured  data.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531495" indent="-51562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dirty="0">
              <a:latin typeface="FranklinGothicURWBoo"/>
            </a:endParaRPr>
          </a:p>
          <a:p>
            <a:pPr marL="531495" indent="-51562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2977FE-2C76-BFE1-7EE2-714570B54C1E}"/>
              </a:ext>
            </a:extLst>
          </p:cNvPr>
          <p:cNvSpPr txBox="1"/>
          <p:nvPr/>
        </p:nvSpPr>
        <p:spPr>
          <a:xfrm>
            <a:off x="5066017" y="10236111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531495" indent="-5156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League Spartan Regular INOD"/>
              </a:rPr>
              <a:t>How</a:t>
            </a:r>
            <a:r>
              <a:rPr lang="en-US" sz="4000" dirty="0">
                <a:ea typeface="+mn-lt"/>
                <a:cs typeface="+mn-lt"/>
              </a:rPr>
              <a:t> to handle sensitive data (e.g., physiological metrics) securely.</a:t>
            </a:r>
            <a:endParaRPr lang="en-US" dirty="0"/>
          </a:p>
          <a:p>
            <a:pPr marL="587375" indent="-5715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League Spartan Regular INOD"/>
              </a:rPr>
              <a:t>Strategies</a:t>
            </a:r>
            <a:r>
              <a:rPr lang="en-US" sz="4000" dirty="0">
                <a:ea typeface="+mn-lt"/>
                <a:cs typeface="+mn-lt"/>
              </a:rPr>
              <a:t> to ensure compliance with regulations like GDPR.</a:t>
            </a:r>
            <a:endParaRPr lang="en-US" sz="4000" dirty="0">
              <a:latin typeface="FranklinGothicURWBoo" pitchFamily="2" charset="77"/>
            </a:endParaRPr>
          </a:p>
          <a:p>
            <a:pPr marL="531495" indent="-51562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dirty="0">
              <a:latin typeface="FranklinGothicURWBo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032DB2-9249-2A4A-5CE8-E22CC596BDFB}"/>
              </a:ext>
            </a:extLst>
          </p:cNvPr>
          <p:cNvSpPr txBox="1"/>
          <p:nvPr/>
        </p:nvSpPr>
        <p:spPr>
          <a:xfrm>
            <a:off x="5061671" y="2491490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87375" indent="-571500">
              <a:spcAft>
                <a:spcPts val="600"/>
              </a:spcAft>
              <a:buFont typeface="Arial"/>
              <a:buChar char="•"/>
            </a:pPr>
            <a:r>
              <a:rPr lang="en-US" sz="4000" dirty="0"/>
              <a:t>An AI-based system that monitors computer-based professionals in real-time, capturing facial features, physiological data, and postural patterns.</a:t>
            </a:r>
          </a:p>
          <a:p>
            <a:pPr marL="587375" indent="-571500">
              <a:spcAft>
                <a:spcPts val="600"/>
              </a:spcAft>
              <a:buFont typeface="Arial"/>
              <a:buChar char="•"/>
            </a:pPr>
            <a:r>
              <a:rPr lang="en-GB" sz="4000" dirty="0">
                <a:ea typeface="+mn-lt"/>
                <a:cs typeface="+mn-lt"/>
              </a:rPr>
              <a:t>Processes this data to assess stress levels and posture stages.</a:t>
            </a:r>
            <a:endParaRPr lang="en-GB" sz="4000" dirty="0">
              <a:latin typeface="FranklinGothicURWBoo" pitchFamily="2" charset="77"/>
              <a:ea typeface="+mn-lt"/>
              <a:cs typeface="+mn-lt"/>
            </a:endParaRPr>
          </a:p>
          <a:p>
            <a:pPr marL="587375" indent="-571500">
              <a:spcAft>
                <a:spcPts val="600"/>
              </a:spcAft>
              <a:buFont typeface="Arial"/>
              <a:buChar char="•"/>
            </a:pPr>
            <a:r>
              <a:rPr lang="en-GB" sz="4000" dirty="0">
                <a:ea typeface="+mn-lt"/>
                <a:cs typeface="+mn-lt"/>
              </a:rPr>
              <a:t>Generates insights with personalized well-being recommendations.</a:t>
            </a:r>
            <a:endParaRPr lang="en-GB" sz="4000" dirty="0">
              <a:latin typeface="FranklinGothicURWBo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1255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ue light in the dark&#10;&#10;Description automatically generated">
            <a:extLst>
              <a:ext uri="{FF2B5EF4-FFF2-40B4-BE49-F238E27FC236}">
                <a16:creationId xmlns:a16="http://schemas.microsoft.com/office/drawing/2014/main" id="{D42EBBE1-B56A-5215-435A-2F93CE23E0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010" t="-7783" r="8010" b="7783"/>
          <a:stretch/>
        </p:blipFill>
        <p:spPr>
          <a:xfrm>
            <a:off x="3637942" y="-2501233"/>
            <a:ext cx="11635638" cy="11635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237A8-A518-1013-F5C5-B7D015B58E6A}"/>
              </a:ext>
            </a:extLst>
          </p:cNvPr>
          <p:cNvSpPr txBox="1"/>
          <p:nvPr/>
        </p:nvSpPr>
        <p:spPr>
          <a:xfrm>
            <a:off x="4630366" y="276421"/>
            <a:ext cx="1503865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7200" dirty="0">
                <a:solidFill>
                  <a:srgbClr val="FDFDFB"/>
                </a:solidFill>
                <a:latin typeface="League Spartan Regular INOD"/>
                <a:ea typeface="Open Sans"/>
                <a:cs typeface="Open Sans"/>
              </a:rPr>
              <a:t>What</a:t>
            </a:r>
            <a:r>
              <a:rPr lang="en-GB" sz="7200" dirty="0">
                <a:solidFill>
                  <a:srgbClr val="FDFDFB"/>
                </a:solidFill>
                <a:ea typeface="+mn-lt"/>
                <a:cs typeface="+mn-lt"/>
              </a:rPr>
              <a:t> Quality Would We Want to Assess?</a:t>
            </a:r>
            <a:endParaRPr lang="id-ID" sz="7200" dirty="0">
              <a:solidFill>
                <a:srgbClr val="FDFDFB"/>
              </a:solidFill>
              <a:latin typeface="League Spartan Regular INOD"/>
              <a:ea typeface="Open Sans"/>
              <a:cs typeface="Open Sans"/>
            </a:endParaRPr>
          </a:p>
        </p:txBody>
      </p:sp>
      <p:sp>
        <p:nvSpPr>
          <p:cNvPr id="8" name="Slide Number Placeholder 43">
            <a:extLst>
              <a:ext uri="{FF2B5EF4-FFF2-40B4-BE49-F238E27FC236}">
                <a16:creationId xmlns:a16="http://schemas.microsoft.com/office/drawing/2014/main" id="{2367B137-89FF-E8B9-8CB2-BFCC3163336E}"/>
              </a:ext>
            </a:extLst>
          </p:cNvPr>
          <p:cNvSpPr txBox="1">
            <a:spLocks/>
          </p:cNvSpPr>
          <p:nvPr/>
        </p:nvSpPr>
        <p:spPr>
          <a:xfrm>
            <a:off x="18111042" y="12698195"/>
            <a:ext cx="5486043" cy="730202"/>
          </a:xfrm>
          <a:prstGeom prst="rect">
            <a:avLst/>
          </a:prstGeom>
        </p:spPr>
        <p:txBody>
          <a:bodyPr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709">
              <a:defRPr/>
            </a:pPr>
            <a:fld id="{806D9094-04A6-4BD7-A428-8D936CE48890}" type="slidenum">
              <a:rPr lang="en-US" sz="2400">
                <a:solidFill>
                  <a:prstClr val="black">
                    <a:tint val="75000"/>
                  </a:prstClr>
                </a:solidFill>
                <a:latin typeface="League Spartan Regular INOD" pitchFamily="50" charset="0"/>
              </a:rPr>
              <a:pPr algn="r" defTabSz="1828709">
                <a:defRPr/>
              </a:pPr>
              <a:t>3</a:t>
            </a:fld>
            <a:endParaRPr lang="en-US" sz="2400">
              <a:solidFill>
                <a:prstClr val="black">
                  <a:tint val="75000"/>
                </a:prstClr>
              </a:solidFill>
              <a:latin typeface="League Spartan Regular INOD" pitchFamily="50" charset="0"/>
            </a:endParaRPr>
          </a:p>
        </p:txBody>
      </p:sp>
      <p:pic>
        <p:nvPicPr>
          <p:cNvPr id="27" name="Picture 26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28E89C49-76A6-1EFD-7D08-BBDEDACBEF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85"/>
          <a:stretch/>
        </p:blipFill>
        <p:spPr>
          <a:xfrm rot="19512425">
            <a:off x="-490636" y="7780432"/>
            <a:ext cx="4545818" cy="4918308"/>
          </a:xfrm>
          <a:prstGeom prst="rect">
            <a:avLst/>
          </a:prstGeom>
        </p:spPr>
      </p:pic>
      <p:pic>
        <p:nvPicPr>
          <p:cNvPr id="28" name="Picture 27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EDE71DFA-B5C0-9A06-25AF-A0E28A3AF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0325" y="4021668"/>
            <a:ext cx="8607040" cy="4918308"/>
          </a:xfrm>
          <a:prstGeom prst="rect">
            <a:avLst/>
          </a:prstGeom>
        </p:spPr>
      </p:pic>
      <p:pic>
        <p:nvPicPr>
          <p:cNvPr id="37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9F07E1E4-8B5D-734A-A7B1-E267560CCA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391" y="2519214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250F994-20C7-469D-F2D0-10C3C8827FBA}"/>
              </a:ext>
            </a:extLst>
          </p:cNvPr>
          <p:cNvGrpSpPr/>
          <p:nvPr/>
        </p:nvGrpSpPr>
        <p:grpSpPr>
          <a:xfrm>
            <a:off x="1404509" y="2085924"/>
            <a:ext cx="3567170" cy="3566936"/>
            <a:chOff x="1372868" y="5906734"/>
            <a:chExt cx="3567170" cy="356693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D37811F-8EA3-D58C-10B3-0FA4297FAC1A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League Spartan Regular INOD" pitchFamily="50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077C2A-93F1-2A3C-27C6-DFC8FBBD6748}"/>
                </a:ext>
              </a:extLst>
            </p:cNvPr>
            <p:cNvSpPr txBox="1"/>
            <p:nvPr/>
          </p:nvSpPr>
          <p:spPr>
            <a:xfrm>
              <a:off x="1372868" y="6766106"/>
              <a:ext cx="3567170" cy="178510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System</a:t>
              </a:r>
              <a:r>
                <a:rPr lang="en-US" sz="4600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 </a:t>
              </a:r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Accuracy:</a:t>
              </a:r>
              <a:endParaRPr lang="en-US" dirty="0">
                <a:ea typeface="+mn-lt"/>
                <a:cs typeface="+mn-lt"/>
              </a:endParaRPr>
            </a:p>
            <a:p>
              <a:pPr algn="ctr"/>
              <a:endParaRPr lang="en-US"/>
            </a:p>
          </p:txBody>
        </p:sp>
      </p:grpSp>
      <p:pic>
        <p:nvPicPr>
          <p:cNvPr id="33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400B0683-FFBF-8F5C-D0C3-B0D2D1435A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2750" y="6340024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93DDB83-70D1-0371-1692-3EA967CB97C2}"/>
              </a:ext>
            </a:extLst>
          </p:cNvPr>
          <p:cNvGrpSpPr/>
          <p:nvPr/>
        </p:nvGrpSpPr>
        <p:grpSpPr>
          <a:xfrm>
            <a:off x="1373102" y="5906734"/>
            <a:ext cx="3587425" cy="3566936"/>
            <a:chOff x="1373102" y="5906734"/>
            <a:chExt cx="3587425" cy="356693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5DCF3F-B426-D023-5BAA-02A3E57E6E0F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League Spartan Regular INOD" pitchFamily="50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D3149F-8127-5FEB-2284-9F212B2B1134}"/>
                </a:ext>
              </a:extLst>
            </p:cNvPr>
            <p:cNvSpPr txBox="1"/>
            <p:nvPr/>
          </p:nvSpPr>
          <p:spPr>
            <a:xfrm>
              <a:off x="1393357" y="6725102"/>
              <a:ext cx="3567170" cy="221599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User</a:t>
              </a:r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 Experience:</a:t>
              </a:r>
              <a:endParaRPr lang="en-US" sz="4600" dirty="0" err="1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League Spartan Regular INOD" pitchFamily="50" charset="0"/>
              </a:endParaRPr>
            </a:p>
            <a:p>
              <a:pPr algn="ctr"/>
              <a:endParaRPr lang="en-US" sz="4600" dirty="0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League Spartan Regular INOD" pitchFamily="50" charset="0"/>
              </a:endParaRPr>
            </a:p>
          </p:txBody>
        </p:sp>
      </p:grpSp>
      <p:pic>
        <p:nvPicPr>
          <p:cNvPr id="45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E57134FB-D8C7-052E-ACF7-7809CDC3CE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391" y="10157732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C07FC819-E54E-0639-35A0-EC25A1E2CE6A}"/>
              </a:ext>
            </a:extLst>
          </p:cNvPr>
          <p:cNvGrpSpPr/>
          <p:nvPr/>
        </p:nvGrpSpPr>
        <p:grpSpPr>
          <a:xfrm>
            <a:off x="1363530" y="9724442"/>
            <a:ext cx="3608149" cy="3566936"/>
            <a:chOff x="1331889" y="5906734"/>
            <a:chExt cx="3608149" cy="356693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3DEFB7-E471-EE32-FAB5-B21CD287D702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League Spartan Regular INOD" pitchFamily="50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A91FED-2799-EA71-40B0-D7915762228D}"/>
                </a:ext>
              </a:extLst>
            </p:cNvPr>
            <p:cNvSpPr txBox="1"/>
            <p:nvPr/>
          </p:nvSpPr>
          <p:spPr>
            <a:xfrm>
              <a:off x="1331889" y="6245402"/>
              <a:ext cx="3567170" cy="29238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Data Security</a:t>
              </a:r>
              <a:r>
                <a:rPr lang="en-US" sz="4600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League Spartan Regular INOD"/>
                </a:rPr>
                <a:t>&amp; </a:t>
              </a:r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Performance:</a:t>
              </a:r>
              <a:endParaRPr lang="en-US" sz="4600" dirty="0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League Spartan Regular INOD" pitchFamily="50" charset="0"/>
              </a:endParaRPr>
            </a:p>
            <a:p>
              <a:pPr algn="ctr"/>
              <a:endParaRPr lang="en-US" sz="4600" dirty="0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League Spartan Regular INOD" pitchFamily="50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0891F28-ECC5-3B5C-2C8B-8800ACDBCD85}"/>
              </a:ext>
            </a:extLst>
          </p:cNvPr>
          <p:cNvSpPr txBox="1"/>
          <p:nvPr/>
        </p:nvSpPr>
        <p:spPr>
          <a:xfrm>
            <a:off x="5060189" y="6854655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31495" indent="-5156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Ease of use and comfort while using the system.</a:t>
            </a:r>
          </a:p>
          <a:p>
            <a:pPr marL="531495" indent="-5156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Clarity and relevance of the well-being recommendations.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531495" indent="-51562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dirty="0">
              <a:latin typeface="FranklinGothicURWBoo"/>
            </a:endParaRPr>
          </a:p>
          <a:p>
            <a:pPr marL="531495" indent="-51562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2977FE-2C76-BFE1-7EE2-714570B54C1E}"/>
              </a:ext>
            </a:extLst>
          </p:cNvPr>
          <p:cNvSpPr txBox="1"/>
          <p:nvPr/>
        </p:nvSpPr>
        <p:spPr>
          <a:xfrm>
            <a:off x="5373358" y="10584649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31495" indent="-51562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League Spartan Regular INOD"/>
              </a:rPr>
              <a:t>How</a:t>
            </a:r>
            <a:r>
              <a:rPr lang="en-US" sz="4000" dirty="0">
                <a:ea typeface="+mn-lt"/>
                <a:cs typeface="+mn-lt"/>
              </a:rPr>
              <a:t> to handle sensitive data (e.g., physiological metrics) securely.</a:t>
            </a:r>
            <a:endParaRPr lang="en-US" dirty="0"/>
          </a:p>
          <a:p>
            <a:pPr marL="587375" indent="-5715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League Spartan Regular INOD"/>
              </a:rPr>
              <a:t>Strategies</a:t>
            </a:r>
            <a:r>
              <a:rPr lang="en-US" sz="4000" dirty="0">
                <a:ea typeface="+mn-lt"/>
                <a:cs typeface="+mn-lt"/>
              </a:rPr>
              <a:t> to ensure compliance with regulations like GDPR.</a:t>
            </a:r>
            <a:endParaRPr lang="en-US" sz="4000" dirty="0">
              <a:latin typeface="FranklinGothicURWBoo" pitchFamily="2" charset="77"/>
            </a:endParaRPr>
          </a:p>
          <a:p>
            <a:pPr marL="531495" indent="-515620" algn="l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dirty="0">
              <a:latin typeface="FranklinGothicURWBo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032DB2-9249-2A4A-5CE8-E22CC596BDFB}"/>
              </a:ext>
            </a:extLst>
          </p:cNvPr>
          <p:cNvSpPr txBox="1"/>
          <p:nvPr/>
        </p:nvSpPr>
        <p:spPr>
          <a:xfrm>
            <a:off x="5061671" y="2491490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87375" indent="-571500">
              <a:spcAft>
                <a:spcPts val="600"/>
              </a:spcAft>
              <a:buFont typeface="Arial"/>
              <a:buChar char="•"/>
            </a:pPr>
            <a:r>
              <a:rPr lang="en-US" sz="4000" dirty="0"/>
              <a:t>Effectiveness of the system in detecting stress levels and posture stages.</a:t>
            </a:r>
          </a:p>
          <a:p>
            <a:pPr marL="587375" indent="-571500">
              <a:spcAft>
                <a:spcPts val="600"/>
              </a:spcAft>
              <a:buFont typeface="Arial"/>
              <a:buChar char="•"/>
            </a:pPr>
            <a:r>
              <a:rPr lang="en-US" sz="4000" dirty="0"/>
              <a:t>Precision of facial feature, physiological, and postural data extraction.</a:t>
            </a:r>
          </a:p>
          <a:p>
            <a:pPr marL="587375" indent="-571500">
              <a:spcAft>
                <a:spcPts val="600"/>
              </a:spcAft>
              <a:buFont typeface="Arial"/>
              <a:buChar char="•"/>
            </a:pPr>
            <a:r>
              <a:rPr lang="en-US" sz="4000" dirty="0"/>
              <a:t>Ability to function seamlessly in dynamic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336954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ue light in the dark&#10;&#10;Description automatically generated">
            <a:extLst>
              <a:ext uri="{FF2B5EF4-FFF2-40B4-BE49-F238E27FC236}">
                <a16:creationId xmlns:a16="http://schemas.microsoft.com/office/drawing/2014/main" id="{D42EBBE1-B56A-5215-435A-2F93CE23E0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010" t="-7783" r="8010" b="7783"/>
          <a:stretch/>
        </p:blipFill>
        <p:spPr>
          <a:xfrm>
            <a:off x="3637942" y="-2501233"/>
            <a:ext cx="11635638" cy="11635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237A8-A518-1013-F5C5-B7D015B58E6A}"/>
              </a:ext>
            </a:extLst>
          </p:cNvPr>
          <p:cNvSpPr txBox="1"/>
          <p:nvPr/>
        </p:nvSpPr>
        <p:spPr>
          <a:xfrm>
            <a:off x="4630366" y="276421"/>
            <a:ext cx="1503865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7200" dirty="0">
                <a:latin typeface="League Spartan Regular INOD"/>
                <a:ea typeface="Calibri"/>
                <a:cs typeface="Calibri"/>
              </a:rPr>
              <a:t>How</a:t>
            </a:r>
            <a:r>
              <a:rPr lang="en-GB" sz="7200" dirty="0">
                <a:ea typeface="+mn-lt"/>
                <a:cs typeface="+mn-lt"/>
              </a:rPr>
              <a:t> Might We Measure This?</a:t>
            </a:r>
            <a:endParaRPr lang="id-ID" sz="7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43">
            <a:extLst>
              <a:ext uri="{FF2B5EF4-FFF2-40B4-BE49-F238E27FC236}">
                <a16:creationId xmlns:a16="http://schemas.microsoft.com/office/drawing/2014/main" id="{2367B137-89FF-E8B9-8CB2-BFCC3163336E}"/>
              </a:ext>
            </a:extLst>
          </p:cNvPr>
          <p:cNvSpPr txBox="1">
            <a:spLocks/>
          </p:cNvSpPr>
          <p:nvPr/>
        </p:nvSpPr>
        <p:spPr>
          <a:xfrm>
            <a:off x="18111042" y="12698195"/>
            <a:ext cx="5486043" cy="730202"/>
          </a:xfrm>
          <a:prstGeom prst="rect">
            <a:avLst/>
          </a:prstGeom>
        </p:spPr>
        <p:txBody>
          <a:bodyPr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709">
              <a:defRPr/>
            </a:pPr>
            <a:fld id="{806D9094-04A6-4BD7-A428-8D936CE48890}" type="slidenum">
              <a:rPr lang="en-US" sz="240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algn="r" defTabSz="1828709">
                <a:defRPr/>
              </a:pPr>
              <a:t>4</a:t>
            </a:fld>
            <a:endParaRPr lang="en-US" sz="2400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28E89C49-76A6-1EFD-7D08-BBDEDACBEF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85"/>
          <a:stretch/>
        </p:blipFill>
        <p:spPr>
          <a:xfrm rot="19512425">
            <a:off x="-627594" y="3444478"/>
            <a:ext cx="4545818" cy="4918308"/>
          </a:xfrm>
          <a:prstGeom prst="rect">
            <a:avLst/>
          </a:prstGeom>
        </p:spPr>
      </p:pic>
      <p:pic>
        <p:nvPicPr>
          <p:cNvPr id="28" name="Picture 27" descr="A group of cubes floating in the air&#10;&#10;Description automatically generated">
            <a:extLst>
              <a:ext uri="{FF2B5EF4-FFF2-40B4-BE49-F238E27FC236}">
                <a16:creationId xmlns:a16="http://schemas.microsoft.com/office/drawing/2014/main" id="{EDE71DFA-B5C0-9A06-25AF-A0E28A3AF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7481" y="7881851"/>
            <a:ext cx="8607040" cy="4918308"/>
          </a:xfrm>
          <a:prstGeom prst="rect">
            <a:avLst/>
          </a:prstGeom>
        </p:spPr>
      </p:pic>
      <p:pic>
        <p:nvPicPr>
          <p:cNvPr id="37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9F07E1E4-8B5D-734A-A7B1-E267560CCA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391" y="2519214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250F994-20C7-469D-F2D0-10C3C8827FBA}"/>
              </a:ext>
            </a:extLst>
          </p:cNvPr>
          <p:cNvGrpSpPr/>
          <p:nvPr/>
        </p:nvGrpSpPr>
        <p:grpSpPr>
          <a:xfrm>
            <a:off x="1404509" y="2085924"/>
            <a:ext cx="3567170" cy="3566936"/>
            <a:chOff x="1372868" y="5906734"/>
            <a:chExt cx="3567170" cy="356693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D37811F-8EA3-D58C-10B3-0FA4297FAC1A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077C2A-93F1-2A3C-27C6-DFC8FBBD6748}"/>
                </a:ext>
              </a:extLst>
            </p:cNvPr>
            <p:cNvSpPr txBox="1"/>
            <p:nvPr/>
          </p:nvSpPr>
          <p:spPr>
            <a:xfrm>
              <a:off x="1372868" y="6570017"/>
              <a:ext cx="3567170" cy="221599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Accuracy Metrics:</a:t>
              </a:r>
              <a:endParaRPr lang="en-US" dirty="0"/>
            </a:p>
            <a:p>
              <a:pPr algn="ctr"/>
              <a:endParaRPr lang="en-US" sz="4600" dirty="0">
                <a:gradFill>
                  <a:gsLst>
                    <a:gs pos="1000">
                      <a:srgbClr val="0070C0"/>
                    </a:gs>
                    <a:gs pos="100000">
                      <a:srgbClr val="DC8335"/>
                    </a:gs>
                  </a:gsLst>
                  <a:lin ang="5400000" scaled="1"/>
                </a:gra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33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400B0683-FFBF-8F5C-D0C3-B0D2D1435A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2750" y="6340024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93DDB83-70D1-0371-1692-3EA967CB97C2}"/>
              </a:ext>
            </a:extLst>
          </p:cNvPr>
          <p:cNvGrpSpPr/>
          <p:nvPr/>
        </p:nvGrpSpPr>
        <p:grpSpPr>
          <a:xfrm>
            <a:off x="1372868" y="5906734"/>
            <a:ext cx="3567170" cy="3566936"/>
            <a:chOff x="1372868" y="5906734"/>
            <a:chExt cx="3567170" cy="356693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05DCF3F-B426-D023-5BAA-02A3E57E6E0F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D3149F-8127-5FEB-2284-9F212B2B1134}"/>
                </a:ext>
              </a:extLst>
            </p:cNvPr>
            <p:cNvSpPr txBox="1"/>
            <p:nvPr/>
          </p:nvSpPr>
          <p:spPr>
            <a:xfrm>
              <a:off x="1372868" y="6930124"/>
              <a:ext cx="3567170" cy="206210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Usability Testing:</a:t>
              </a:r>
              <a:endParaRPr lang="en-US" dirty="0"/>
            </a:p>
            <a:p>
              <a:pPr marL="285750" indent="-285750" algn="ctr">
                <a:buFont typeface="Arial"/>
                <a:buChar char="•"/>
              </a:pPr>
              <a:endParaRPr lang="en-US"/>
            </a:p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7CAFA49-B37C-A6B1-E186-99FE8ACA3A37}"/>
              </a:ext>
            </a:extLst>
          </p:cNvPr>
          <p:cNvSpPr txBox="1"/>
          <p:nvPr/>
        </p:nvSpPr>
        <p:spPr>
          <a:xfrm>
            <a:off x="5373358" y="2202377"/>
            <a:ext cx="18549898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87375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League Spartan Regular INOD"/>
                <a:ea typeface="Calibri"/>
                <a:cs typeface="Calibri"/>
              </a:rPr>
              <a:t>Compare</a:t>
            </a:r>
            <a:r>
              <a:rPr lang="en-US" sz="4000" dirty="0">
                <a:ea typeface="+mn-lt"/>
                <a:cs typeface="+mn-lt"/>
              </a:rPr>
              <a:t> the system's stress detection results against experimental based assessments.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7375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Validate posture monitoring against score-based analysis(RULA).</a:t>
            </a:r>
            <a:endParaRPr lang="en-US" dirty="0"/>
          </a:p>
        </p:txBody>
      </p:sp>
      <p:pic>
        <p:nvPicPr>
          <p:cNvPr id="45" name="Picture Placeholder 1" descr="Close up of pages of an open book in a bright studio">
            <a:extLst>
              <a:ext uri="{FF2B5EF4-FFF2-40B4-BE49-F238E27FC236}">
                <a16:creationId xmlns:a16="http://schemas.microsoft.com/office/drawing/2014/main" id="{E57134FB-D8C7-052E-ACF7-7809CDC3CE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391" y="10157732"/>
            <a:ext cx="20644335" cy="2711243"/>
          </a:xfrm>
          <a:prstGeom prst="roundRect">
            <a:avLst>
              <a:gd name="adj" fmla="val 11317"/>
            </a:avLst>
          </a:prstGeom>
          <a:solidFill>
            <a:schemeClr val="bg1"/>
          </a:solidFill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C07FC819-E54E-0639-35A0-EC25A1E2CE6A}"/>
              </a:ext>
            </a:extLst>
          </p:cNvPr>
          <p:cNvGrpSpPr/>
          <p:nvPr/>
        </p:nvGrpSpPr>
        <p:grpSpPr>
          <a:xfrm>
            <a:off x="1345256" y="9724442"/>
            <a:ext cx="3626423" cy="3566936"/>
            <a:chOff x="1313615" y="5906734"/>
            <a:chExt cx="3626423" cy="356693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3DEFB7-E471-EE32-FAB5-B21CD287D702}"/>
                </a:ext>
              </a:extLst>
            </p:cNvPr>
            <p:cNvSpPr/>
            <p:nvPr/>
          </p:nvSpPr>
          <p:spPr>
            <a:xfrm>
              <a:off x="1373102" y="5906734"/>
              <a:ext cx="3566936" cy="3566936"/>
            </a:xfrm>
            <a:prstGeom prst="ellipse">
              <a:avLst/>
            </a:prstGeom>
            <a:solidFill>
              <a:schemeClr val="bg1"/>
            </a:solidFill>
            <a:ln>
              <a:gradFill>
                <a:gsLst>
                  <a:gs pos="2000">
                    <a:srgbClr val="0070C0"/>
                  </a:gs>
                  <a:gs pos="100000">
                    <a:srgbClr val="DC8335"/>
                  </a:gs>
                </a:gsLst>
                <a:lin ang="5400000" scaled="1"/>
              </a:gradFill>
            </a:ln>
            <a:effectLst>
              <a:glow rad="177800">
                <a:schemeClr val="accent6">
                  <a:satMod val="175000"/>
                  <a:alpha val="4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4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A91FED-2799-EA71-40B0-D7915762228D}"/>
                </a:ext>
              </a:extLst>
            </p:cNvPr>
            <p:cNvSpPr txBox="1"/>
            <p:nvPr/>
          </p:nvSpPr>
          <p:spPr>
            <a:xfrm>
              <a:off x="1313615" y="6761171"/>
              <a:ext cx="3567170" cy="221599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4600" b="1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ea typeface="+mn-lt"/>
                  <a:cs typeface="+mn-lt"/>
                </a:rPr>
                <a:t>Security Audits:</a:t>
              </a:r>
              <a:endParaRPr lang="en-US" dirty="0"/>
            </a:p>
            <a:p>
              <a:pPr algn="ctr"/>
              <a:r>
                <a:rPr lang="en-US" sz="4600" dirty="0">
                  <a:gradFill>
                    <a:gsLst>
                      <a:gs pos="1000">
                        <a:srgbClr val="0070C0"/>
                      </a:gs>
                      <a:gs pos="100000">
                        <a:srgbClr val="DC8335"/>
                      </a:gs>
                    </a:gsLst>
                    <a:lin ang="5400000" scaled="1"/>
                  </a:gradFill>
                  <a:latin typeface="Calibri"/>
                  <a:ea typeface="Calibri"/>
                  <a:cs typeface="Calibri"/>
                </a:rPr>
                <a:t>  </a:t>
              </a:r>
              <a:endParaRPr lang="en-US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0891F28-ECC5-3B5C-2C8B-8800ACDBCD85}"/>
              </a:ext>
            </a:extLst>
          </p:cNvPr>
          <p:cNvSpPr txBox="1"/>
          <p:nvPr/>
        </p:nvSpPr>
        <p:spPr>
          <a:xfrm>
            <a:off x="5373358" y="6237514"/>
            <a:ext cx="17604312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87375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Gather feedback from users on system comfort and recommendation effectiveness.</a:t>
            </a:r>
            <a:endParaRPr lang="en-US" dirty="0">
              <a:ea typeface="+mn-lt"/>
              <a:cs typeface="+mn-lt"/>
            </a:endParaRPr>
          </a:p>
          <a:p>
            <a:pPr marL="587375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Conduct surveys to assess perceived usefulness and ease of use.</a:t>
            </a:r>
            <a:endParaRPr lang="en-US" sz="4000" b="1" dirty="0">
              <a:ea typeface="+mn-lt"/>
              <a:cs typeface="+mn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2977FE-2C76-BFE1-7EE2-714570B54C1E}"/>
              </a:ext>
            </a:extLst>
          </p:cNvPr>
          <p:cNvSpPr txBox="1"/>
          <p:nvPr/>
        </p:nvSpPr>
        <p:spPr>
          <a:xfrm>
            <a:off x="5373358" y="9728973"/>
            <a:ext cx="18549898" cy="271124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marL="587375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Perform penetration testing to evaluate vulnerability.</a:t>
            </a:r>
          </a:p>
          <a:p>
            <a:pPr marL="587375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Ensure compliance with data protection standards through regular audits.</a:t>
            </a:r>
          </a:p>
        </p:txBody>
      </p:sp>
    </p:spTree>
    <p:extLst>
      <p:ext uri="{BB962C8B-B14F-4D97-AF65-F5344CB8AC3E}">
        <p14:creationId xmlns:p14="http://schemas.microsoft.com/office/powerpoint/2010/main" val="59973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ague Spartan Regular INO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ague Spartan Regular INO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30c5b4-0141-43e1-8253-e02634a79d4e">
      <Terms xmlns="http://schemas.microsoft.com/office/infopath/2007/PartnerControls"/>
    </lcf76f155ced4ddcb4097134ff3c332f>
    <TaxCatchAll xmlns="70fb6b18-2dac-49dc-89ad-dc2b7416146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60119F5DF6F4E8C1DE4B63C2AE062" ma:contentTypeVersion="13" ma:contentTypeDescription="Create a new document." ma:contentTypeScope="" ma:versionID="83d6e9cfa3fc6f7c83aafa42023d23b6">
  <xsd:schema xmlns:xsd="http://www.w3.org/2001/XMLSchema" xmlns:xs="http://www.w3.org/2001/XMLSchema" xmlns:p="http://schemas.microsoft.com/office/2006/metadata/properties" xmlns:ns2="6030c5b4-0141-43e1-8253-e02634a79d4e" xmlns:ns3="70fb6b18-2dac-49dc-89ad-dc2b7416146c" targetNamespace="http://schemas.microsoft.com/office/2006/metadata/properties" ma:root="true" ma:fieldsID="487ade914a01a55064cf0238f7b350c6" ns2:_="" ns3:_="">
    <xsd:import namespace="6030c5b4-0141-43e1-8253-e02634a79d4e"/>
    <xsd:import namespace="70fb6b18-2dac-49dc-89ad-dc2b74161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0c5b4-0141-43e1-8253-e02634a79d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5e52e58-188c-4ebb-a704-5c283d4930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fb6b18-2dac-49dc-89ad-dc2b7416146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e1b408b-25bf-46db-b374-b223901bb2a4}" ma:internalName="TaxCatchAll" ma:showField="CatchAllData" ma:web="70fb6b18-2dac-49dc-89ad-dc2b74161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BBC739-8FFC-4B8B-956A-D460298B6B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79A224-970E-4DCE-9305-39BC683407AC}">
  <ds:schemaRefs>
    <ds:schemaRef ds:uri="9ce23c40-b096-4b9c-bbeb-506fe7cec410"/>
    <ds:schemaRef ds:uri="d68aa58c-f66f-4af9-839d-2838f583cd5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030c5b4-0141-43e1-8253-e02634a79d4e"/>
    <ds:schemaRef ds:uri="70fb6b18-2dac-49dc-89ad-dc2b7416146c"/>
  </ds:schemaRefs>
</ds:datastoreItem>
</file>

<file path=customXml/itemProps3.xml><?xml version="1.0" encoding="utf-8"?>
<ds:datastoreItem xmlns:ds="http://schemas.openxmlformats.org/officeDocument/2006/customXml" ds:itemID="{A5071F85-CAA9-4B3B-B62D-74ABAD60DE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30c5b4-0141-43e1-8253-e02634a79d4e"/>
    <ds:schemaRef ds:uri="70fb6b18-2dac-49dc-89ad-dc2b74161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307</TotalTime>
  <Words>283</Words>
  <Application>Microsoft Office PowerPoint</Application>
  <PresentationFormat>Custom</PresentationFormat>
  <Paragraphs>44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</vt:lpstr>
      <vt:lpstr>FranklinGothicURWBoo</vt:lpstr>
      <vt:lpstr>League Spartan Regular INOD</vt:lpstr>
      <vt:lpstr>League Spartan Light INOD</vt:lpstr>
      <vt:lpstr>Calibri Light</vt:lpstr>
      <vt:lpstr>Arial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nurilfikriyah</dc:creator>
  <cp:lastModifiedBy>Shobanapriyan Chandrasegaran (Student)</cp:lastModifiedBy>
  <cp:revision>502</cp:revision>
  <dcterms:created xsi:type="dcterms:W3CDTF">2024-07-15T07:11:27Z</dcterms:created>
  <dcterms:modified xsi:type="dcterms:W3CDTF">2025-01-29T19:44:17Z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0x010100D8660119F5DF6F4E8C1DE4B63C2AE062</vt:lpwstr>
  </property>
  <property fmtid="{D5CDD505-2E9C-101B-9397-08002B2CF9AE}" pid="3" name="_dlc_DocIdItemGuid">
    <vt:lpwstr>516e9062-b698-43ff-ad26-c64ebad8e9d3</vt:lpwstr>
  </property>
  <property fmtid="{D5CDD505-2E9C-101B-9397-08002B2CF9AE}" pid="4" name="MediaServiceImageTags">
    <vt:lpwstr/>
  </property>
</Properties>
</file>