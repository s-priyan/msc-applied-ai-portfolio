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6" r:id="rId4"/>
  </p:sldMasterIdLst>
  <p:notesMasterIdLst>
    <p:notesMasterId r:id="rId17"/>
  </p:notesMasterIdLst>
  <p:handoutMasterIdLst>
    <p:handoutMasterId r:id="rId18"/>
  </p:handoutMasterIdLst>
  <p:sldIdLst>
    <p:sldId id="332" r:id="rId5"/>
    <p:sldId id="333" r:id="rId6"/>
    <p:sldId id="336" r:id="rId7"/>
    <p:sldId id="347" r:id="rId8"/>
    <p:sldId id="346" r:id="rId9"/>
    <p:sldId id="349" r:id="rId10"/>
    <p:sldId id="348" r:id="rId11"/>
    <p:sldId id="350" r:id="rId12"/>
    <p:sldId id="337" r:id="rId13"/>
    <p:sldId id="352" r:id="rId14"/>
    <p:sldId id="351" r:id="rId15"/>
    <p:sldId id="34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715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4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8E7403-EB4A-4177-AFCE-6A9D7B160C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49177-C030-4043-9380-EA6E4C94A1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7415F-6970-4DE4-93F1-94FEF07D0F1C}" type="datetimeFigureOut">
              <a:rPr lang="en-US" smtClean="0"/>
              <a:t>11/1/2024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C83CE-EC9B-40C4-BD7A-48797AE5B1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9A75D-9B4E-4704-98C7-2A42472F11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C6D6D-E986-427F-AD9C-4E9408DDBE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774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6E6E5-5A19-4AE7-8D4E-049C5315C9A0}" type="datetimeFigureOut">
              <a:rPr lang="en-US" smtClean="0"/>
              <a:t>11/1/2024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A580F-E35D-42E1-AF82-E41CC201EA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884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535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389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808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536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21900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87319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28868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496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80471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21540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09909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82419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7547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5330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21719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908591"/>
            <a:ext cx="4058728" cy="5225507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2DF521-FA73-0B43-D1F3-A28543BA84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699125" y="0"/>
            <a:ext cx="5786438" cy="61341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32A424-7EFB-F80C-2BDA-94D103A55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8EFEEF-ABDC-22C9-C5DB-0494BEB86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000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352414-3211-CEB2-31A1-11097989D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934" y="723900"/>
            <a:ext cx="3503757" cy="531641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BA26D20-54E1-2490-0D75-F08BCB7D3BF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82232" y="2053087"/>
            <a:ext cx="5903332" cy="3987230"/>
          </a:xfrm>
        </p:spPr>
        <p:txBody>
          <a:bodyPr anchor="t"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8A376F-AF56-AABE-DFA3-DE5A8C899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5467" y="723900"/>
            <a:ext cx="5790599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E9D420-BBEC-E7C6-7E76-FB9791C71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722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0520" y="776873"/>
            <a:ext cx="5854182" cy="307050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Subtitle 11">
            <a:extLst>
              <a:ext uri="{FF2B5EF4-FFF2-40B4-BE49-F238E27FC236}">
                <a16:creationId xmlns:a16="http://schemas.microsoft.com/office/drawing/2014/main" id="{13C3C1EB-2C5B-4710-893A-9DD6284D5C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202" y="4088927"/>
            <a:ext cx="5842218" cy="18805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E335E712-C7FD-4BAC-B89C-58AF6594A4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4876800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41CC69-A0B0-C1BE-2165-D8AD1B7D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57867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54A957-6A3F-2C34-A453-905FBAE77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18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592" y="976997"/>
            <a:ext cx="11000208" cy="1239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4592" y="2244725"/>
            <a:ext cx="7814185" cy="4233713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AC3921-F10C-2A33-F8DF-3B42EE1E3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101022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998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39" y="684311"/>
            <a:ext cx="4058728" cy="2749009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527B4D-405A-DCD2-6970-1162843E0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4484" y="72103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621246-77E4-43F0-CD40-C7DB9555D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13726" y="6134059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EB8AC8C-DEDA-D180-1CD8-B67B47276E3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57600" y="3662835"/>
            <a:ext cx="4064567" cy="246839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 marL="457200" indent="0">
              <a:spcBef>
                <a:spcPts val="0"/>
              </a:spcBef>
              <a:buNone/>
              <a:defRPr/>
            </a:lvl2pPr>
            <a:lvl3pPr marL="914400" indent="0">
              <a:spcBef>
                <a:spcPts val="0"/>
              </a:spcBef>
              <a:buNone/>
              <a:defRPr/>
            </a:lvl3pPr>
            <a:lvl4pPr marL="1371600" indent="0">
              <a:spcBef>
                <a:spcPts val="0"/>
              </a:spcBef>
              <a:buNone/>
              <a:defRPr/>
            </a:lvl4pPr>
            <a:lvl5pPr marL="182880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75595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80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1" r:id="rId14"/>
    <p:sldLayoutId id="2147483722" r:id="rId15"/>
    <p:sldLayoutId id="2147483730" r:id="rId1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q8gxd6u4G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Placeholder 13" descr="A circular design with various symbols&#10;&#10;Description automatically generated with medium confidence">
            <a:extLst>
              <a:ext uri="{FF2B5EF4-FFF2-40B4-BE49-F238E27FC236}">
                <a16:creationId xmlns:a16="http://schemas.microsoft.com/office/drawing/2014/main" id="{975CC0D6-B1DF-FCDA-F41E-56F7EFA2D4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9761" r="4707"/>
          <a:stretch/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99D8326-B701-CBE8-39AA-6C700DA4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5392600" cy="40586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500" dirty="0"/>
              <a:t>Path of dark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28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ircular design with various symbols&#10;&#10;Description automatically generated with medium confidence">
            <a:extLst>
              <a:ext uri="{FF2B5EF4-FFF2-40B4-BE49-F238E27FC236}">
                <a16:creationId xmlns:a16="http://schemas.microsoft.com/office/drawing/2014/main" id="{22725F99-0D17-4BD9-F4F9-1D3E777F6C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50" r="5396"/>
          <a:stretch/>
        </p:blipFill>
        <p:spPr>
          <a:xfrm>
            <a:off x="8219767" y="-1"/>
            <a:ext cx="3972231" cy="685799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08BEF5F-00BC-5BA7-C0E2-94A5C1FC0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About Game Logic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243AA-A570-5533-577C-6CF74FAD07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73844" y="1572777"/>
            <a:ext cx="7760556" cy="3382674"/>
          </a:xfrm>
        </p:spPr>
        <p:txBody>
          <a:bodyPr vert="horz" lIns="91440" tIns="45720" rIns="91440" bIns="45720" rtlCol="0">
            <a:noAutofit/>
          </a:bodyPr>
          <a:lstStyle/>
          <a:p>
            <a:pPr marL="3429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Objective</a:t>
            </a:r>
            <a:r>
              <a:rPr lang="en-US" dirty="0"/>
              <a:t>: Explore rooms, collect rewards, and defeat enemies to progress through levels.</a:t>
            </a:r>
          </a:p>
          <a:p>
            <a:pPr marL="3429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Start</a:t>
            </a:r>
            <a:r>
              <a:rPr lang="en-US" dirty="0"/>
              <a:t>: Player enter a room, contains either an enemy or a reward.</a:t>
            </a:r>
          </a:p>
          <a:p>
            <a:pPr marL="3429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Events: </a:t>
            </a:r>
          </a:p>
          <a:p>
            <a:pPr marL="1085850" lvl="1" indent="-228600">
              <a:lnSpc>
                <a:spcPct val="100000"/>
              </a:lnSpc>
            </a:pPr>
            <a:r>
              <a:rPr lang="en-US" sz="2000" b="1" dirty="0"/>
              <a:t>Enter Reward Room</a:t>
            </a:r>
            <a:endParaRPr lang="en-US" sz="2000" dirty="0"/>
          </a:p>
          <a:p>
            <a:pPr marL="1085850" lvl="1" indent="-228600">
              <a:lnSpc>
                <a:spcPct val="100000"/>
              </a:lnSpc>
            </a:pPr>
            <a:r>
              <a:rPr lang="en-US" sz="2000" b="1" dirty="0"/>
              <a:t>Enter Enemy Room</a:t>
            </a:r>
            <a:endParaRPr lang="en-US" sz="2000" dirty="0"/>
          </a:p>
          <a:p>
            <a:pPr marL="3429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Combat Mechanics</a:t>
            </a:r>
            <a:r>
              <a:rPr lang="en-US" dirty="0"/>
              <a:t>:</a:t>
            </a:r>
          </a:p>
          <a:p>
            <a:pPr lvl="1" indent="-228600">
              <a:lnSpc>
                <a:spcPct val="100000"/>
              </a:lnSpc>
            </a:pPr>
            <a:r>
              <a:rPr lang="en-US" sz="2000" b="1" dirty="0"/>
              <a:t>Attack (A)</a:t>
            </a:r>
            <a:endParaRPr lang="en-US" sz="2000" dirty="0"/>
          </a:p>
          <a:p>
            <a:pPr lvl="1" indent="-228600">
              <a:lnSpc>
                <a:spcPct val="100000"/>
              </a:lnSpc>
            </a:pPr>
            <a:r>
              <a:rPr lang="en-US" sz="2000" b="1" dirty="0"/>
              <a:t>Heal (H)</a:t>
            </a:r>
            <a:endParaRPr lang="en-US" sz="2000" dirty="0"/>
          </a:p>
          <a:p>
            <a:pPr marL="3429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Progression</a:t>
            </a:r>
            <a:r>
              <a:rPr lang="en-US" dirty="0"/>
              <a:t>:</a:t>
            </a:r>
          </a:p>
          <a:p>
            <a:pPr lvl="1" indent="-228600">
              <a:lnSpc>
                <a:spcPct val="100000"/>
              </a:lnSpc>
            </a:pPr>
            <a:r>
              <a:rPr lang="en-US" sz="2000" dirty="0"/>
              <a:t>Player continues exploring and battling until their health depletes.</a:t>
            </a:r>
          </a:p>
          <a:p>
            <a:pPr marL="3429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End Condition</a:t>
            </a:r>
            <a:r>
              <a:rPr lang="en-US" dirty="0"/>
              <a:t>: Game ends if player’s health reaches zero or they decide to quit after any level.</a:t>
            </a:r>
            <a:endParaRPr lang="en-US" b="1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81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Placeholder 13" descr="A circular design with various symbols&#10;&#10;Description automatically generated with medium confidence">
            <a:extLst>
              <a:ext uri="{FF2B5EF4-FFF2-40B4-BE49-F238E27FC236}">
                <a16:creationId xmlns:a16="http://schemas.microsoft.com/office/drawing/2014/main" id="{4E4F2E99-08C9-7B07-3965-17A0FEA1E2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61" r="4707"/>
          <a:stretch/>
        </p:blipFill>
        <p:spPr>
          <a:xfrm>
            <a:off x="7964129" y="10"/>
            <a:ext cx="4227870" cy="685799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BF5439E-A994-3EE5-80B8-64D8C5A92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941" y="1874477"/>
            <a:ext cx="3323762" cy="40586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Activity Diagram</a:t>
            </a:r>
            <a:endParaRPr lang="en-US" sz="40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F3765F5-3F04-A86A-5E67-14DB24A5D0E6}"/>
              </a:ext>
            </a:extLst>
          </p:cNvPr>
          <p:cNvSpPr txBox="1"/>
          <p:nvPr/>
        </p:nvSpPr>
        <p:spPr>
          <a:xfrm>
            <a:off x="1157468" y="25348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0F423-56B3-54C4-0A5F-45E425AECD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55717" y="49514"/>
            <a:ext cx="4108314" cy="675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56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13" descr="A circular design with various symbols&#10;&#10;Description automatically generated with medium confidence">
            <a:extLst>
              <a:ext uri="{FF2B5EF4-FFF2-40B4-BE49-F238E27FC236}">
                <a16:creationId xmlns:a16="http://schemas.microsoft.com/office/drawing/2014/main" id="{6D563B4E-31AD-9C37-8A55-A7C0CB1702A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9761" r="4707"/>
          <a:stretch/>
        </p:blipFill>
        <p:spPr>
          <a:xfrm>
            <a:off x="6862916" y="10"/>
            <a:ext cx="5329083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DE7111-3457-3E07-F645-EE54D3641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99" y="723901"/>
            <a:ext cx="5913711" cy="72389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dirty="0"/>
              <a:t>Applied Encapsulation</a:t>
            </a:r>
            <a:br>
              <a:rPr lang="en-US" sz="4000" dirty="0"/>
            </a:br>
            <a:endParaRPr lang="en-US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5B348F-872F-ABAD-939D-6BF282C86B5C}"/>
              </a:ext>
            </a:extLst>
          </p:cNvPr>
          <p:cNvSpPr txBox="1"/>
          <p:nvPr/>
        </p:nvSpPr>
        <p:spPr>
          <a:xfrm>
            <a:off x="751749" y="1533775"/>
            <a:ext cx="581701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Health, attack power, and name are defined as private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Manipulated via methods </a:t>
            </a:r>
            <a:r>
              <a:rPr lang="en-US" sz="2000" dirty="0" err="1"/>
              <a:t>take_damage</a:t>
            </a:r>
            <a:r>
              <a:rPr lang="en-US" sz="2000" dirty="0"/>
              <a:t>() and </a:t>
            </a:r>
            <a:r>
              <a:rPr lang="en-US" sz="2000" dirty="0" err="1"/>
              <a:t>is_alive</a:t>
            </a:r>
            <a:r>
              <a:rPr lang="en-US" sz="2000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9" name="Picture 8" descr="A screen shot of a computer&#10;&#10;Description automatically generated">
            <a:extLst>
              <a:ext uri="{FF2B5EF4-FFF2-40B4-BE49-F238E27FC236}">
                <a16:creationId xmlns:a16="http://schemas.microsoft.com/office/drawing/2014/main" id="{67B84580-F902-5517-AC35-916705B8E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99" y="3429000"/>
            <a:ext cx="5817010" cy="1086422"/>
          </a:xfrm>
          <a:prstGeom prst="rect">
            <a:avLst/>
          </a:prstGeom>
        </p:spPr>
      </p:pic>
      <p:pic>
        <p:nvPicPr>
          <p:cNvPr id="13" name="Picture 12" descr="A computer screen with text on it&#10;&#10;Description automatically generated">
            <a:extLst>
              <a:ext uri="{FF2B5EF4-FFF2-40B4-BE49-F238E27FC236}">
                <a16:creationId xmlns:a16="http://schemas.microsoft.com/office/drawing/2014/main" id="{267CF2ED-92A8-0B96-0289-4ABA3664D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" y="4759493"/>
            <a:ext cx="5438309" cy="17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52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13" descr="A circular design with various symbols&#10;&#10;Description automatically generated with medium confidence">
            <a:extLst>
              <a:ext uri="{FF2B5EF4-FFF2-40B4-BE49-F238E27FC236}">
                <a16:creationId xmlns:a16="http://schemas.microsoft.com/office/drawing/2014/main" id="{CB2A2678-AA8C-D024-A4DE-F02EE32123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50" r="5396"/>
          <a:stretch/>
        </p:blipFill>
        <p:spPr>
          <a:xfrm>
            <a:off x="6700076" y="-1"/>
            <a:ext cx="549192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D418E7-F3CD-BEB5-4148-2A94C4C04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Applied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D1F35-E82B-5D54-AC7C-7D8E89415E9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4088" y="1659120"/>
            <a:ext cx="5195889" cy="3931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Defined class for Character.</a:t>
            </a:r>
          </a:p>
          <a:p>
            <a:r>
              <a:rPr lang="en-US" dirty="0"/>
              <a:t>Player and Enemy classes inherit from Character.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9CCFEC12-C302-3051-0D6E-E0E568FE6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" y="3151490"/>
            <a:ext cx="5806943" cy="1310754"/>
          </a:xfrm>
          <a:prstGeom prst="rect">
            <a:avLst/>
          </a:prstGeom>
        </p:spPr>
      </p:pic>
      <p:pic>
        <p:nvPicPr>
          <p:cNvPr id="9" name="Picture 8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B6B752DF-2177-291B-DDB7-E9F2B04D7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7" y="4830501"/>
            <a:ext cx="4625741" cy="103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30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13" descr="A circular design with various symbols&#10;&#10;Description automatically generated with medium confidence">
            <a:extLst>
              <a:ext uri="{FF2B5EF4-FFF2-40B4-BE49-F238E27FC236}">
                <a16:creationId xmlns:a16="http://schemas.microsoft.com/office/drawing/2014/main" id="{3536BCA1-6C07-68E8-D0C9-6E9B0C18892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9761" r="4707"/>
          <a:stretch/>
        </p:blipFill>
        <p:spPr>
          <a:xfrm>
            <a:off x="6725265" y="10"/>
            <a:ext cx="5466734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003257-F171-F9A7-7BBE-48DEC5F0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5466734" cy="66450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dirty="0"/>
              <a:t>Applied Abstraction</a:t>
            </a:r>
            <a:br>
              <a:rPr lang="en-US" sz="4000" dirty="0"/>
            </a:br>
            <a:endParaRPr lang="en-US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E81B814-DDCE-07F1-8ED9-C43DE19F07A2}"/>
              </a:ext>
            </a:extLst>
          </p:cNvPr>
          <p:cNvSpPr txBox="1"/>
          <p:nvPr/>
        </p:nvSpPr>
        <p:spPr>
          <a:xfrm>
            <a:off x="781536" y="1573160"/>
            <a:ext cx="331372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Defined abstract methods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is_alive</a:t>
            </a:r>
            <a:r>
              <a:rPr lang="en-US" sz="2000" dirty="0"/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take_damage</a:t>
            </a:r>
            <a:r>
              <a:rPr lang="en-US" sz="2000" dirty="0"/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attack()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9" name="Picture 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27FC7A7C-86B6-7C87-F7C2-226AE5EAD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71" y="3008531"/>
            <a:ext cx="2074606" cy="1638406"/>
          </a:xfrm>
          <a:prstGeom prst="rect">
            <a:avLst/>
          </a:prstGeom>
        </p:spPr>
      </p:pic>
      <p:pic>
        <p:nvPicPr>
          <p:cNvPr id="13" name="Picture 12" descr="A computer screen shot of a black background&#10;&#10;Description automatically generated">
            <a:extLst>
              <a:ext uri="{FF2B5EF4-FFF2-40B4-BE49-F238E27FC236}">
                <a16:creationId xmlns:a16="http://schemas.microsoft.com/office/drawing/2014/main" id="{2D46B6F1-2BD1-6889-330C-FD1C6C09C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71" y="4703513"/>
            <a:ext cx="5909187" cy="180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1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13" descr="A circular design with various symbols&#10;&#10;Description automatically generated with medium confidence">
            <a:extLst>
              <a:ext uri="{FF2B5EF4-FFF2-40B4-BE49-F238E27FC236}">
                <a16:creationId xmlns:a16="http://schemas.microsoft.com/office/drawing/2014/main" id="{AA39E439-C673-5047-80B3-CAA703955E4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9761" r="4707"/>
          <a:stretch/>
        </p:blipFill>
        <p:spPr>
          <a:xfrm>
            <a:off x="6797776" y="10"/>
            <a:ext cx="5394223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C050D1-AB2B-91AD-B3FD-914DD6D16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99" y="908651"/>
            <a:ext cx="5854717" cy="40586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Applied Polymorphism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308B497-F6D1-AC1F-7537-CECFE023DB69}"/>
              </a:ext>
            </a:extLst>
          </p:cNvPr>
          <p:cNvSpPr txBox="1"/>
          <p:nvPr/>
        </p:nvSpPr>
        <p:spPr>
          <a:xfrm>
            <a:off x="703398" y="1677059"/>
            <a:ext cx="57580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Both Player and Enemy inherit the attack() method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Behave differently.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Player : implemented with fixed damage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Enemy : implemented with random damage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9F9A15-4DEA-B522-2B01-DE79B3BB74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099" y="3884218"/>
            <a:ext cx="4469990" cy="10032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281BC5-21DE-0328-2958-3B9263E502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0099" y="5226396"/>
            <a:ext cx="5758015" cy="87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74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13" descr="A circular design with various symbols&#10;&#10;Description automatically generated with medium confidence">
            <a:extLst>
              <a:ext uri="{FF2B5EF4-FFF2-40B4-BE49-F238E27FC236}">
                <a16:creationId xmlns:a16="http://schemas.microsoft.com/office/drawing/2014/main" id="{69D89B3A-F47A-9C3E-180E-0AFB69C8416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9761" r="4707"/>
          <a:stretch/>
        </p:blipFill>
        <p:spPr>
          <a:xfrm>
            <a:off x="6799398" y="10"/>
            <a:ext cx="53926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8985F4-5A4D-9001-FC67-6444A79EE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99" y="908651"/>
            <a:ext cx="5392601" cy="7726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Applied Composition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D7835AE-AEED-14BD-7881-B6C233AE0CE8}"/>
              </a:ext>
            </a:extLst>
          </p:cNvPr>
          <p:cNvSpPr txBox="1"/>
          <p:nvPr/>
        </p:nvSpPr>
        <p:spPr>
          <a:xfrm>
            <a:off x="800100" y="2084439"/>
            <a:ext cx="60726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Game object compose Player , Enemy and Room objects.</a:t>
            </a:r>
          </a:p>
          <a:p>
            <a:endParaRPr lang="en-US" sz="2000" dirty="0"/>
          </a:p>
        </p:txBody>
      </p:sp>
      <p:pic>
        <p:nvPicPr>
          <p:cNvPr id="8" name="Picture 7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3E6731F6-2613-DCB6-0766-CD8F25E3F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341474"/>
            <a:ext cx="5888320" cy="189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6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Placeholder 13" descr="A circular design with various symbols&#10;&#10;Description automatically generated with medium confidence">
            <a:extLst>
              <a:ext uri="{FF2B5EF4-FFF2-40B4-BE49-F238E27FC236}">
                <a16:creationId xmlns:a16="http://schemas.microsoft.com/office/drawing/2014/main" id="{8FE21AA8-4777-3099-AF22-67733EC5DF5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rcRect l="9761" r="4707"/>
          <a:stretch/>
        </p:blipFill>
        <p:spPr>
          <a:xfrm>
            <a:off x="6951406" y="10"/>
            <a:ext cx="5240593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F6C19A-30E3-001C-1A19-8812A6F8D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4822330" cy="7038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Class diagram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A7F9D12-82DD-2B47-06D3-0CD6F06AE1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3401" y="1785124"/>
            <a:ext cx="6137236" cy="507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00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circular design with various symbols&#10;&#10;Description automatically generated with medium confidence">
            <a:extLst>
              <a:ext uri="{FF2B5EF4-FFF2-40B4-BE49-F238E27FC236}">
                <a16:creationId xmlns:a16="http://schemas.microsoft.com/office/drawing/2014/main" id="{D543C13C-BC88-0953-93F0-4954B1C13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50" r="5396"/>
          <a:stretch/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BE5592-C7F3-2DAC-DE19-511A492E2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LIVE DEMO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942D62-9319-E7F4-11E9-1EAE40DA4B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3"/>
              </a:rPr>
              <a:t>https://www.youtube.com/watch?v=pq8gxd6u4GA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694CE-B916-71DF-DE05-DCB3A94DC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3DB2ADC-AF19-4574-8C10-79B5B04FCA27}" type="slidenum">
              <a:rPr lang="en-US" sz="18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sz="180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282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13" descr="A circular design with various symbols&#10;&#10;Description automatically generated with medium confidence">
            <a:extLst>
              <a:ext uri="{FF2B5EF4-FFF2-40B4-BE49-F238E27FC236}">
                <a16:creationId xmlns:a16="http://schemas.microsoft.com/office/drawing/2014/main" id="{DB702272-FBE0-E02F-B2FA-7568D960921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9761" r="4707"/>
          <a:stretch/>
        </p:blipFill>
        <p:spPr>
          <a:xfrm>
            <a:off x="6666271" y="10"/>
            <a:ext cx="5525728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D89D1-9943-86F7-AE4C-281E8EE20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908651"/>
            <a:ext cx="5525728" cy="733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Future improvement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0F2C0EB-3E95-2CF8-D7BD-84BD0A71CC84}"/>
              </a:ext>
            </a:extLst>
          </p:cNvPr>
          <p:cNvSpPr txBox="1"/>
          <p:nvPr/>
        </p:nvSpPr>
        <p:spPr>
          <a:xfrm>
            <a:off x="800100" y="2192594"/>
            <a:ext cx="4637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Set levels and rooms combination (easy, medium, advanced)</a:t>
            </a:r>
          </a:p>
        </p:txBody>
      </p:sp>
    </p:spTree>
    <p:extLst>
      <p:ext uri="{BB962C8B-B14F-4D97-AF65-F5344CB8AC3E}">
        <p14:creationId xmlns:p14="http://schemas.microsoft.com/office/powerpoint/2010/main" val="860978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Placeholder 13" descr="A circular design with various symbols&#10;&#10;Description automatically generated with medium confidence">
            <a:extLst>
              <a:ext uri="{FF2B5EF4-FFF2-40B4-BE49-F238E27FC236}">
                <a16:creationId xmlns:a16="http://schemas.microsoft.com/office/drawing/2014/main" id="{8BE2DDB6-B7BA-0668-20A7-E1A3BDE04E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50" r="5396"/>
          <a:stretch/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0796C4E-41C8-0AB3-6886-FBB7C569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Thank you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1E39F92-B979-41AB-0918-CE4FADCA0D0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240248516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c.shobanapriyan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89636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C92F81-A6B6-4190-80A1-406B3B4C18B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B916DD8-9028-41F0-AB19-FE384D2009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8B3239-FE1A-45AC-BACA-CC3412D875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{1A53E9D5-3427-4031-BE1C-7064E381ED6E}tf67498733_win32</Template>
  <TotalTime>467</TotalTime>
  <Words>228</Words>
  <Application>Microsoft Office PowerPoint</Application>
  <PresentationFormat>Widescreen</PresentationFormat>
  <Paragraphs>48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Calisto MT</vt:lpstr>
      <vt:lpstr>Univers Condensed</vt:lpstr>
      <vt:lpstr>ChronicleVTI</vt:lpstr>
      <vt:lpstr>Path of dark</vt:lpstr>
      <vt:lpstr>About Game Logic</vt:lpstr>
      <vt:lpstr>Activity Diagram</vt:lpstr>
      <vt:lpstr>Applied Encapsulation </vt:lpstr>
      <vt:lpstr>Applied Inheritance</vt:lpstr>
      <vt:lpstr>Applied Abstraction </vt:lpstr>
      <vt:lpstr>Applied Polymorphism</vt:lpstr>
      <vt:lpstr>Applied Composition</vt:lpstr>
      <vt:lpstr>Class diagram</vt:lpstr>
      <vt:lpstr>LIVE DEMO</vt:lpstr>
      <vt:lpstr>Future improvement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Thevapriyan Chandraseharan</dc:creator>
  <cp:lastModifiedBy>Thevapriyan Chandraseharan</cp:lastModifiedBy>
  <cp:revision>8</cp:revision>
  <dcterms:created xsi:type="dcterms:W3CDTF">2024-10-30T15:06:02Z</dcterms:created>
  <dcterms:modified xsi:type="dcterms:W3CDTF">2024-11-01T09:37:58Z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